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1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8"/>
  </p:normalViewPr>
  <p:slideViewPr>
    <p:cSldViewPr snapToGrid="0">
      <p:cViewPr>
        <p:scale>
          <a:sx n="81" d="100"/>
          <a:sy n="81" d="100"/>
        </p:scale>
        <p:origin x="448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CD5C14-317C-4AD4-9C98-98A32EABC087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DC4A865-DDCC-4212-A9DC-81BEAEB916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1. Logistic Regression</a:t>
          </a:r>
          <a:endParaRPr lang="en-US"/>
        </a:p>
      </dgm:t>
    </dgm:pt>
    <dgm:pt modelId="{BF07E982-04A7-470F-8836-DB261F8A30D8}" type="parTrans" cxnId="{F5442204-00A2-49E6-9F93-89A4A7B9C211}">
      <dgm:prSet/>
      <dgm:spPr/>
      <dgm:t>
        <a:bodyPr/>
        <a:lstStyle/>
        <a:p>
          <a:endParaRPr lang="en-US"/>
        </a:p>
      </dgm:t>
    </dgm:pt>
    <dgm:pt modelId="{69CE98B1-ABCB-4CBC-9530-83B627A33D60}" type="sibTrans" cxnId="{F5442204-00A2-49E6-9F93-89A4A7B9C211}">
      <dgm:prSet/>
      <dgm:spPr/>
      <dgm:t>
        <a:bodyPr/>
        <a:lstStyle/>
        <a:p>
          <a:endParaRPr lang="en-US"/>
        </a:p>
      </dgm:t>
    </dgm:pt>
    <dgm:pt modelId="{AB8A7F5C-F14C-4E5C-B19A-7561F1C922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Approach:</a:t>
          </a:r>
          <a:r>
            <a:rPr lang="en-US"/>
            <a:t> I established a binomial logistic regression model. This was used to identify which specific variables—like activity_days and driving_days—have a statistically significant impact on churn.</a:t>
          </a:r>
        </a:p>
      </dgm:t>
    </dgm:pt>
    <dgm:pt modelId="{AAA69FC6-B1A4-4E02-8975-89B5E2740178}" type="parTrans" cxnId="{4DE67A85-23AA-49A4-90FE-0AE74B88177B}">
      <dgm:prSet/>
      <dgm:spPr/>
      <dgm:t>
        <a:bodyPr/>
        <a:lstStyle/>
        <a:p>
          <a:endParaRPr lang="en-US"/>
        </a:p>
      </dgm:t>
    </dgm:pt>
    <dgm:pt modelId="{9BC841C6-7F3B-4F0F-9AE3-18989BA190B3}" type="sibTrans" cxnId="{4DE67A85-23AA-49A4-90FE-0AE74B88177B}">
      <dgm:prSet/>
      <dgm:spPr/>
      <dgm:t>
        <a:bodyPr/>
        <a:lstStyle/>
        <a:p>
          <a:endParaRPr lang="en-US"/>
        </a:p>
      </dgm:t>
    </dgm:pt>
    <dgm:pt modelId="{E39A5934-6239-4E97-83B1-90CA3EEBBB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Key Finding:</a:t>
          </a:r>
          <a:r>
            <a:rPr lang="en-US"/>
            <a:t> The logistic model revealed that for every additional day a user is active in the app, the odds of churning decrease significantly. However, the model's overall recall was low, indicating that linear relationships alone couldn't catch all churners.</a:t>
          </a:r>
        </a:p>
      </dgm:t>
    </dgm:pt>
    <dgm:pt modelId="{EE826B03-70AA-4567-AF50-26A9949127AA}" type="parTrans" cxnId="{003F5A91-2865-4669-881A-33360BD10B07}">
      <dgm:prSet/>
      <dgm:spPr/>
      <dgm:t>
        <a:bodyPr/>
        <a:lstStyle/>
        <a:p>
          <a:endParaRPr lang="en-US"/>
        </a:p>
      </dgm:t>
    </dgm:pt>
    <dgm:pt modelId="{B770F45C-11CD-41BA-8BE2-F2F59B2E56FF}" type="sibTrans" cxnId="{003F5A91-2865-4669-881A-33360BD10B07}">
      <dgm:prSet/>
      <dgm:spPr/>
      <dgm:t>
        <a:bodyPr/>
        <a:lstStyle/>
        <a:p>
          <a:endParaRPr lang="en-US"/>
        </a:p>
      </dgm:t>
    </dgm:pt>
    <dgm:pt modelId="{35380B31-6BDB-4002-976E-5839B176CF9B}" type="pres">
      <dgm:prSet presAssocID="{1ACD5C14-317C-4AD4-9C98-98A32EABC087}" presName="root" presStyleCnt="0">
        <dgm:presLayoutVars>
          <dgm:dir/>
          <dgm:resizeHandles val="exact"/>
        </dgm:presLayoutVars>
      </dgm:prSet>
      <dgm:spPr/>
    </dgm:pt>
    <dgm:pt modelId="{8CB7BECF-3E21-4CF4-9452-7CBE78F935FD}" type="pres">
      <dgm:prSet presAssocID="{8DC4A865-DDCC-4212-A9DC-81BEAEB916EB}" presName="compNode" presStyleCnt="0"/>
      <dgm:spPr/>
    </dgm:pt>
    <dgm:pt modelId="{B41EF5B4-4FC7-4E1A-A79E-E41606009F14}" type="pres">
      <dgm:prSet presAssocID="{8DC4A865-DDCC-4212-A9DC-81BEAEB916EB}" presName="bgRect" presStyleLbl="bgShp" presStyleIdx="0" presStyleCnt="3"/>
      <dgm:spPr/>
    </dgm:pt>
    <dgm:pt modelId="{063D1180-AF82-413F-B3FB-C9F1B52ED037}" type="pres">
      <dgm:prSet presAssocID="{8DC4A865-DDCC-4212-A9DC-81BEAEB916E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1783279-B9D1-4F42-9B43-45E1F3A754EE}" type="pres">
      <dgm:prSet presAssocID="{8DC4A865-DDCC-4212-A9DC-81BEAEB916EB}" presName="spaceRect" presStyleCnt="0"/>
      <dgm:spPr/>
    </dgm:pt>
    <dgm:pt modelId="{76AC52A8-E548-4923-B7BF-785374633AFA}" type="pres">
      <dgm:prSet presAssocID="{8DC4A865-DDCC-4212-A9DC-81BEAEB916EB}" presName="parTx" presStyleLbl="revTx" presStyleIdx="0" presStyleCnt="3">
        <dgm:presLayoutVars>
          <dgm:chMax val="0"/>
          <dgm:chPref val="0"/>
        </dgm:presLayoutVars>
      </dgm:prSet>
      <dgm:spPr/>
    </dgm:pt>
    <dgm:pt modelId="{73E6638D-2FA9-4358-A8D8-5C10D35711D1}" type="pres">
      <dgm:prSet presAssocID="{69CE98B1-ABCB-4CBC-9530-83B627A33D60}" presName="sibTrans" presStyleCnt="0"/>
      <dgm:spPr/>
    </dgm:pt>
    <dgm:pt modelId="{7ABC8957-80D3-4533-9DC5-A581685EE288}" type="pres">
      <dgm:prSet presAssocID="{AB8A7F5C-F14C-4E5C-B19A-7561F1C92245}" presName="compNode" presStyleCnt="0"/>
      <dgm:spPr/>
    </dgm:pt>
    <dgm:pt modelId="{15316DB2-3B82-4EB0-A45F-375FED0F3F07}" type="pres">
      <dgm:prSet presAssocID="{AB8A7F5C-F14C-4E5C-B19A-7561F1C92245}" presName="bgRect" presStyleLbl="bgShp" presStyleIdx="1" presStyleCnt="3"/>
      <dgm:spPr/>
    </dgm:pt>
    <dgm:pt modelId="{B143D201-F940-4978-91FC-543F6F795A49}" type="pres">
      <dgm:prSet presAssocID="{AB8A7F5C-F14C-4E5C-B19A-7561F1C9224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CC8CDD71-E990-4AB0-8BFC-809CD227345B}" type="pres">
      <dgm:prSet presAssocID="{AB8A7F5C-F14C-4E5C-B19A-7561F1C92245}" presName="spaceRect" presStyleCnt="0"/>
      <dgm:spPr/>
    </dgm:pt>
    <dgm:pt modelId="{8DC5BD14-2E8D-4020-8042-46EE46B23E84}" type="pres">
      <dgm:prSet presAssocID="{AB8A7F5C-F14C-4E5C-B19A-7561F1C92245}" presName="parTx" presStyleLbl="revTx" presStyleIdx="1" presStyleCnt="3">
        <dgm:presLayoutVars>
          <dgm:chMax val="0"/>
          <dgm:chPref val="0"/>
        </dgm:presLayoutVars>
      </dgm:prSet>
      <dgm:spPr/>
    </dgm:pt>
    <dgm:pt modelId="{6A0FDB95-DDFA-4F63-8A2F-40CBF77D149B}" type="pres">
      <dgm:prSet presAssocID="{9BC841C6-7F3B-4F0F-9AE3-18989BA190B3}" presName="sibTrans" presStyleCnt="0"/>
      <dgm:spPr/>
    </dgm:pt>
    <dgm:pt modelId="{E95C9B95-7338-46BA-B305-8ABD98D76C73}" type="pres">
      <dgm:prSet presAssocID="{E39A5934-6239-4E97-83B1-90CA3EEBBB3A}" presName="compNode" presStyleCnt="0"/>
      <dgm:spPr/>
    </dgm:pt>
    <dgm:pt modelId="{FF86EBE8-FAED-484E-819C-8D0F7E4D4295}" type="pres">
      <dgm:prSet presAssocID="{E39A5934-6239-4E97-83B1-90CA3EEBBB3A}" presName="bgRect" presStyleLbl="bgShp" presStyleIdx="2" presStyleCnt="3"/>
      <dgm:spPr/>
    </dgm:pt>
    <dgm:pt modelId="{9274842B-3494-4BBF-9464-4055DDCACAA5}" type="pres">
      <dgm:prSet presAssocID="{E39A5934-6239-4E97-83B1-90CA3EEBBB3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427C0064-F972-4590-A4B8-EE1A8F8E5950}" type="pres">
      <dgm:prSet presAssocID="{E39A5934-6239-4E97-83B1-90CA3EEBBB3A}" presName="spaceRect" presStyleCnt="0"/>
      <dgm:spPr/>
    </dgm:pt>
    <dgm:pt modelId="{4A52F57F-DA50-4CFA-9F0F-8DC9BB5CA1D9}" type="pres">
      <dgm:prSet presAssocID="{E39A5934-6239-4E97-83B1-90CA3EEBBB3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DE74101-C0AC-064C-89CF-77303CB7A328}" type="presOf" srcId="{E39A5934-6239-4E97-83B1-90CA3EEBBB3A}" destId="{4A52F57F-DA50-4CFA-9F0F-8DC9BB5CA1D9}" srcOrd="0" destOrd="0" presId="urn:microsoft.com/office/officeart/2018/2/layout/IconVerticalSolidList"/>
    <dgm:cxn modelId="{F5442204-00A2-49E6-9F93-89A4A7B9C211}" srcId="{1ACD5C14-317C-4AD4-9C98-98A32EABC087}" destId="{8DC4A865-DDCC-4212-A9DC-81BEAEB916EB}" srcOrd="0" destOrd="0" parTransId="{BF07E982-04A7-470F-8836-DB261F8A30D8}" sibTransId="{69CE98B1-ABCB-4CBC-9530-83B627A33D60}"/>
    <dgm:cxn modelId="{4DE67A85-23AA-49A4-90FE-0AE74B88177B}" srcId="{1ACD5C14-317C-4AD4-9C98-98A32EABC087}" destId="{AB8A7F5C-F14C-4E5C-B19A-7561F1C92245}" srcOrd="1" destOrd="0" parTransId="{AAA69FC6-B1A4-4E02-8975-89B5E2740178}" sibTransId="{9BC841C6-7F3B-4F0F-9AE3-18989BA190B3}"/>
    <dgm:cxn modelId="{003F5A91-2865-4669-881A-33360BD10B07}" srcId="{1ACD5C14-317C-4AD4-9C98-98A32EABC087}" destId="{E39A5934-6239-4E97-83B1-90CA3EEBBB3A}" srcOrd="2" destOrd="0" parTransId="{EE826B03-70AA-4567-AF50-26A9949127AA}" sibTransId="{B770F45C-11CD-41BA-8BE2-F2F59B2E56FF}"/>
    <dgm:cxn modelId="{276FE9B1-2FC2-1142-86A1-58177120F729}" type="presOf" srcId="{8DC4A865-DDCC-4212-A9DC-81BEAEB916EB}" destId="{76AC52A8-E548-4923-B7BF-785374633AFA}" srcOrd="0" destOrd="0" presId="urn:microsoft.com/office/officeart/2018/2/layout/IconVerticalSolidList"/>
    <dgm:cxn modelId="{A06352C4-F861-3E41-9080-372ECD95E4DD}" type="presOf" srcId="{AB8A7F5C-F14C-4E5C-B19A-7561F1C92245}" destId="{8DC5BD14-2E8D-4020-8042-46EE46B23E84}" srcOrd="0" destOrd="0" presId="urn:microsoft.com/office/officeart/2018/2/layout/IconVerticalSolidList"/>
    <dgm:cxn modelId="{8C7D2FDA-0B12-7D42-82FB-1E0A53484639}" type="presOf" srcId="{1ACD5C14-317C-4AD4-9C98-98A32EABC087}" destId="{35380B31-6BDB-4002-976E-5839B176CF9B}" srcOrd="0" destOrd="0" presId="urn:microsoft.com/office/officeart/2018/2/layout/IconVerticalSolidList"/>
    <dgm:cxn modelId="{5F5E4BBE-AAF7-8D47-93EC-BBA71CBAC59B}" type="presParOf" srcId="{35380B31-6BDB-4002-976E-5839B176CF9B}" destId="{8CB7BECF-3E21-4CF4-9452-7CBE78F935FD}" srcOrd="0" destOrd="0" presId="urn:microsoft.com/office/officeart/2018/2/layout/IconVerticalSolidList"/>
    <dgm:cxn modelId="{7DA11991-E0CE-394B-B57E-77185C47A36C}" type="presParOf" srcId="{8CB7BECF-3E21-4CF4-9452-7CBE78F935FD}" destId="{B41EF5B4-4FC7-4E1A-A79E-E41606009F14}" srcOrd="0" destOrd="0" presId="urn:microsoft.com/office/officeart/2018/2/layout/IconVerticalSolidList"/>
    <dgm:cxn modelId="{BF256B42-B617-BB47-9067-95CB47ED7C9C}" type="presParOf" srcId="{8CB7BECF-3E21-4CF4-9452-7CBE78F935FD}" destId="{063D1180-AF82-413F-B3FB-C9F1B52ED037}" srcOrd="1" destOrd="0" presId="urn:microsoft.com/office/officeart/2018/2/layout/IconVerticalSolidList"/>
    <dgm:cxn modelId="{0738F77C-6E33-BC4C-8109-17D318A9C3B6}" type="presParOf" srcId="{8CB7BECF-3E21-4CF4-9452-7CBE78F935FD}" destId="{B1783279-B9D1-4F42-9B43-45E1F3A754EE}" srcOrd="2" destOrd="0" presId="urn:microsoft.com/office/officeart/2018/2/layout/IconVerticalSolidList"/>
    <dgm:cxn modelId="{5BA72F5F-6468-3F41-8BDA-211076ECCDF8}" type="presParOf" srcId="{8CB7BECF-3E21-4CF4-9452-7CBE78F935FD}" destId="{76AC52A8-E548-4923-B7BF-785374633AFA}" srcOrd="3" destOrd="0" presId="urn:microsoft.com/office/officeart/2018/2/layout/IconVerticalSolidList"/>
    <dgm:cxn modelId="{30E0D83C-C379-D849-8055-ABCAA697FADB}" type="presParOf" srcId="{35380B31-6BDB-4002-976E-5839B176CF9B}" destId="{73E6638D-2FA9-4358-A8D8-5C10D35711D1}" srcOrd="1" destOrd="0" presId="urn:microsoft.com/office/officeart/2018/2/layout/IconVerticalSolidList"/>
    <dgm:cxn modelId="{F285D7DF-6736-4D45-9B18-69FA442EB067}" type="presParOf" srcId="{35380B31-6BDB-4002-976E-5839B176CF9B}" destId="{7ABC8957-80D3-4533-9DC5-A581685EE288}" srcOrd="2" destOrd="0" presId="urn:microsoft.com/office/officeart/2018/2/layout/IconVerticalSolidList"/>
    <dgm:cxn modelId="{581E9D5C-D5C4-A440-8F18-2BE7ED9D0AF5}" type="presParOf" srcId="{7ABC8957-80D3-4533-9DC5-A581685EE288}" destId="{15316DB2-3B82-4EB0-A45F-375FED0F3F07}" srcOrd="0" destOrd="0" presId="urn:microsoft.com/office/officeart/2018/2/layout/IconVerticalSolidList"/>
    <dgm:cxn modelId="{7F38C319-5AFB-5C4E-9955-FCD46070D725}" type="presParOf" srcId="{7ABC8957-80D3-4533-9DC5-A581685EE288}" destId="{B143D201-F940-4978-91FC-543F6F795A49}" srcOrd="1" destOrd="0" presId="urn:microsoft.com/office/officeart/2018/2/layout/IconVerticalSolidList"/>
    <dgm:cxn modelId="{1A894804-BB07-654E-AF60-481740FAA7FF}" type="presParOf" srcId="{7ABC8957-80D3-4533-9DC5-A581685EE288}" destId="{CC8CDD71-E990-4AB0-8BFC-809CD227345B}" srcOrd="2" destOrd="0" presId="urn:microsoft.com/office/officeart/2018/2/layout/IconVerticalSolidList"/>
    <dgm:cxn modelId="{E6A130AA-F02C-EC4D-AB66-4B348BCE8CD2}" type="presParOf" srcId="{7ABC8957-80D3-4533-9DC5-A581685EE288}" destId="{8DC5BD14-2E8D-4020-8042-46EE46B23E84}" srcOrd="3" destOrd="0" presId="urn:microsoft.com/office/officeart/2018/2/layout/IconVerticalSolidList"/>
    <dgm:cxn modelId="{78DC53FD-EEF2-D940-92E2-A11B8D2E72AF}" type="presParOf" srcId="{35380B31-6BDB-4002-976E-5839B176CF9B}" destId="{6A0FDB95-DDFA-4F63-8A2F-40CBF77D149B}" srcOrd="3" destOrd="0" presId="urn:microsoft.com/office/officeart/2018/2/layout/IconVerticalSolidList"/>
    <dgm:cxn modelId="{2601C67B-1AAB-C84F-AB36-353CFC277BB4}" type="presParOf" srcId="{35380B31-6BDB-4002-976E-5839B176CF9B}" destId="{E95C9B95-7338-46BA-B305-8ABD98D76C73}" srcOrd="4" destOrd="0" presId="urn:microsoft.com/office/officeart/2018/2/layout/IconVerticalSolidList"/>
    <dgm:cxn modelId="{B83DD5AE-654A-C445-ACDD-9E769365B741}" type="presParOf" srcId="{E95C9B95-7338-46BA-B305-8ABD98D76C73}" destId="{FF86EBE8-FAED-484E-819C-8D0F7E4D4295}" srcOrd="0" destOrd="0" presId="urn:microsoft.com/office/officeart/2018/2/layout/IconVerticalSolidList"/>
    <dgm:cxn modelId="{89902A25-6E1E-9E49-BA45-D7906EB723A5}" type="presParOf" srcId="{E95C9B95-7338-46BA-B305-8ABD98D76C73}" destId="{9274842B-3494-4BBF-9464-4055DDCACAA5}" srcOrd="1" destOrd="0" presId="urn:microsoft.com/office/officeart/2018/2/layout/IconVerticalSolidList"/>
    <dgm:cxn modelId="{BCCE78F3-3B4F-3948-A357-4C90F50F757A}" type="presParOf" srcId="{E95C9B95-7338-46BA-B305-8ABD98D76C73}" destId="{427C0064-F972-4590-A4B8-EE1A8F8E5950}" srcOrd="2" destOrd="0" presId="urn:microsoft.com/office/officeart/2018/2/layout/IconVerticalSolidList"/>
    <dgm:cxn modelId="{35B7363E-32F4-8649-B449-7A328E247C1A}" type="presParOf" srcId="{E95C9B95-7338-46BA-B305-8ABD98D76C73}" destId="{4A52F57F-DA50-4CFA-9F0F-8DC9BB5CA1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B4D586-1EE0-45F0-96EE-8EEC056B737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E1E235-7021-408B-9249-0354477F25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2. Advanced Modeling (Random Forest &amp; XGBoost)</a:t>
          </a:r>
          <a:endParaRPr lang="en-US"/>
        </a:p>
      </dgm:t>
    </dgm:pt>
    <dgm:pt modelId="{C083664B-F2CB-4E43-AF2A-466ECF16E8C5}" type="parTrans" cxnId="{927EEFC3-9135-4D57-B215-2C437506EE36}">
      <dgm:prSet/>
      <dgm:spPr/>
      <dgm:t>
        <a:bodyPr/>
        <a:lstStyle/>
        <a:p>
          <a:endParaRPr lang="en-US"/>
        </a:p>
      </dgm:t>
    </dgm:pt>
    <dgm:pt modelId="{6BE31080-7276-4B40-B690-16900D2828ED}" type="sibTrans" cxnId="{927EEFC3-9135-4D57-B215-2C437506EE36}">
      <dgm:prSet/>
      <dgm:spPr/>
      <dgm:t>
        <a:bodyPr/>
        <a:lstStyle/>
        <a:p>
          <a:endParaRPr lang="en-US"/>
        </a:p>
      </dgm:t>
    </dgm:pt>
    <dgm:pt modelId="{BEA62705-2479-4DF5-9149-4C31C660CD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Approach:</a:t>
          </a:r>
          <a:r>
            <a:rPr lang="en-US"/>
            <a:t> To improve on the baseline, we implemented ensemble models. We split the data into </a:t>
          </a:r>
          <a:r>
            <a:rPr lang="en-US" b="1"/>
            <a:t>Training, Validation, and Test</a:t>
          </a:r>
          <a:r>
            <a:rPr lang="en-US"/>
            <a:t> sets to ensure the model could generalize to new users.</a:t>
          </a:r>
        </a:p>
      </dgm:t>
    </dgm:pt>
    <dgm:pt modelId="{90CABA59-14DF-4DC1-BB9D-82A166361C1E}" type="parTrans" cxnId="{A01992AC-C7AB-4CB9-A51D-555CC3C35B10}">
      <dgm:prSet/>
      <dgm:spPr/>
      <dgm:t>
        <a:bodyPr/>
        <a:lstStyle/>
        <a:p>
          <a:endParaRPr lang="en-US"/>
        </a:p>
      </dgm:t>
    </dgm:pt>
    <dgm:pt modelId="{EA1DBA01-8BB7-4E92-88B6-9D36DF6B1809}" type="sibTrans" cxnId="{A01992AC-C7AB-4CB9-A51D-555CC3C35B10}">
      <dgm:prSet/>
      <dgm:spPr/>
      <dgm:t>
        <a:bodyPr/>
        <a:lstStyle/>
        <a:p>
          <a:endParaRPr lang="en-US"/>
        </a:p>
      </dgm:t>
    </dgm:pt>
    <dgm:pt modelId="{CA7783DD-8318-46A4-A874-910CAA1BF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Feature Engineering:</a:t>
          </a:r>
          <a:r>
            <a:rPr lang="en-US"/>
            <a:t> We added "intensity" metrics to give the model more context:</a:t>
          </a:r>
        </a:p>
      </dgm:t>
    </dgm:pt>
    <dgm:pt modelId="{F0366F10-D4D9-4306-9548-A6A9E31F9A38}" type="parTrans" cxnId="{EF0E4539-16E9-4480-83D0-CE4993DCAD9F}">
      <dgm:prSet/>
      <dgm:spPr/>
      <dgm:t>
        <a:bodyPr/>
        <a:lstStyle/>
        <a:p>
          <a:endParaRPr lang="en-US"/>
        </a:p>
      </dgm:t>
    </dgm:pt>
    <dgm:pt modelId="{4C2976E0-F0C6-49F0-8458-3ABE6F1E7B56}" type="sibTrans" cxnId="{EF0E4539-16E9-4480-83D0-CE4993DCAD9F}">
      <dgm:prSet/>
      <dgm:spPr/>
      <dgm:t>
        <a:bodyPr/>
        <a:lstStyle/>
        <a:p>
          <a:endParaRPr lang="en-US"/>
        </a:p>
      </dgm:t>
    </dgm:pt>
    <dgm:pt modelId="{A14AD549-456E-4753-BC23-C9092CB9DF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km_per_driving_day</a:t>
          </a:r>
          <a:r>
            <a:rPr lang="en-US"/>
            <a:t>: Distinguishes between long-distance commuters and short-trip casual users.</a:t>
          </a:r>
        </a:p>
      </dgm:t>
    </dgm:pt>
    <dgm:pt modelId="{0B562F60-2FB4-440A-BE6C-746AF2F4E9DE}" type="parTrans" cxnId="{0504F5E9-16A7-4DEA-B00D-3AE9740BFE25}">
      <dgm:prSet/>
      <dgm:spPr/>
      <dgm:t>
        <a:bodyPr/>
        <a:lstStyle/>
        <a:p>
          <a:endParaRPr lang="en-US"/>
        </a:p>
      </dgm:t>
    </dgm:pt>
    <dgm:pt modelId="{9A338B76-7AED-4CD9-8580-B6D05F7C338C}" type="sibTrans" cxnId="{0504F5E9-16A7-4DEA-B00D-3AE9740BFE25}">
      <dgm:prSet/>
      <dgm:spPr/>
      <dgm:t>
        <a:bodyPr/>
        <a:lstStyle/>
        <a:p>
          <a:endParaRPr lang="en-US"/>
        </a:p>
      </dgm:t>
    </dgm:pt>
    <dgm:pt modelId="{80E58043-E93E-4986-B672-4BBB24A7FB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professional_driver</a:t>
          </a:r>
          <a:r>
            <a:rPr lang="en-US" dirty="0"/>
            <a:t>: A binary indicator for high-volume users (60+ drives and 15+ days active).</a:t>
          </a:r>
        </a:p>
      </dgm:t>
    </dgm:pt>
    <dgm:pt modelId="{FDDB648C-45E6-4C7B-B193-B35DEAEF1CD8}" type="parTrans" cxnId="{FCE2021B-FFEC-4476-A836-513FABD65DC6}">
      <dgm:prSet/>
      <dgm:spPr/>
      <dgm:t>
        <a:bodyPr/>
        <a:lstStyle/>
        <a:p>
          <a:endParaRPr lang="en-US"/>
        </a:p>
      </dgm:t>
    </dgm:pt>
    <dgm:pt modelId="{FA70DFB2-1432-4262-81C2-0FE517B862B5}" type="sibTrans" cxnId="{FCE2021B-FFEC-4476-A836-513FABD65DC6}">
      <dgm:prSet/>
      <dgm:spPr/>
      <dgm:t>
        <a:bodyPr/>
        <a:lstStyle/>
        <a:p>
          <a:endParaRPr lang="en-US"/>
        </a:p>
      </dgm:t>
    </dgm:pt>
    <dgm:pt modelId="{AD9F0015-D12F-4428-9F06-2DBF0A74E3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percent_sessions_in_last_month</a:t>
          </a:r>
          <a:r>
            <a:rPr lang="en-US"/>
            <a:t>: Measures if a user’s engagement is increasing or decreasing relative to their history.</a:t>
          </a:r>
        </a:p>
      </dgm:t>
    </dgm:pt>
    <dgm:pt modelId="{442D66FD-36AB-4222-A35B-8E3A6AFC5F25}" type="parTrans" cxnId="{ACFABED6-09D6-4928-AADA-6B07A5F4A3D7}">
      <dgm:prSet/>
      <dgm:spPr/>
      <dgm:t>
        <a:bodyPr/>
        <a:lstStyle/>
        <a:p>
          <a:endParaRPr lang="en-US"/>
        </a:p>
      </dgm:t>
    </dgm:pt>
    <dgm:pt modelId="{6ED19AF4-1800-4AC2-A085-F9E9B5FA4FC9}" type="sibTrans" cxnId="{ACFABED6-09D6-4928-AADA-6B07A5F4A3D7}">
      <dgm:prSet/>
      <dgm:spPr/>
      <dgm:t>
        <a:bodyPr/>
        <a:lstStyle/>
        <a:p>
          <a:endParaRPr lang="en-US"/>
        </a:p>
      </dgm:t>
    </dgm:pt>
    <dgm:pt modelId="{ECF1A319-86FD-491C-A655-3AEE872D6FE0}" type="pres">
      <dgm:prSet presAssocID="{90B4D586-1EE0-45F0-96EE-8EEC056B7376}" presName="root" presStyleCnt="0">
        <dgm:presLayoutVars>
          <dgm:dir/>
          <dgm:resizeHandles val="exact"/>
        </dgm:presLayoutVars>
      </dgm:prSet>
      <dgm:spPr/>
    </dgm:pt>
    <dgm:pt modelId="{1E7A153E-5836-4838-8500-776F6AF80237}" type="pres">
      <dgm:prSet presAssocID="{2DE1E235-7021-408B-9249-0354477F25B5}" presName="compNode" presStyleCnt="0"/>
      <dgm:spPr/>
    </dgm:pt>
    <dgm:pt modelId="{42FDA63C-A59E-41F8-A936-3125CEDD287A}" type="pres">
      <dgm:prSet presAssocID="{2DE1E235-7021-408B-9249-0354477F25B5}" presName="bgRect" presStyleLbl="bgShp" presStyleIdx="0" presStyleCnt="3"/>
      <dgm:spPr/>
    </dgm:pt>
    <dgm:pt modelId="{DBC5004E-0598-459D-A7C3-31B6C51981BE}" type="pres">
      <dgm:prSet presAssocID="{2DE1E235-7021-408B-9249-0354477F25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53C4771F-9C36-4473-ACBB-0D1DD6C1851E}" type="pres">
      <dgm:prSet presAssocID="{2DE1E235-7021-408B-9249-0354477F25B5}" presName="spaceRect" presStyleCnt="0"/>
      <dgm:spPr/>
    </dgm:pt>
    <dgm:pt modelId="{5CE8ABBF-8D07-4126-899F-075DBF5084E1}" type="pres">
      <dgm:prSet presAssocID="{2DE1E235-7021-408B-9249-0354477F25B5}" presName="parTx" presStyleLbl="revTx" presStyleIdx="0" presStyleCnt="4">
        <dgm:presLayoutVars>
          <dgm:chMax val="0"/>
          <dgm:chPref val="0"/>
        </dgm:presLayoutVars>
      </dgm:prSet>
      <dgm:spPr/>
    </dgm:pt>
    <dgm:pt modelId="{FA37D028-CBB2-4840-A35D-4CAFFBBF3387}" type="pres">
      <dgm:prSet presAssocID="{6BE31080-7276-4B40-B690-16900D2828ED}" presName="sibTrans" presStyleCnt="0"/>
      <dgm:spPr/>
    </dgm:pt>
    <dgm:pt modelId="{2699798B-2135-40F4-AA4D-1391C546F027}" type="pres">
      <dgm:prSet presAssocID="{BEA62705-2479-4DF5-9149-4C31C660CD39}" presName="compNode" presStyleCnt="0"/>
      <dgm:spPr/>
    </dgm:pt>
    <dgm:pt modelId="{076A99C6-E915-4339-B5CC-E7F7E98F9BDD}" type="pres">
      <dgm:prSet presAssocID="{BEA62705-2479-4DF5-9149-4C31C660CD39}" presName="bgRect" presStyleLbl="bgShp" presStyleIdx="1" presStyleCnt="3"/>
      <dgm:spPr/>
    </dgm:pt>
    <dgm:pt modelId="{C5112C23-DA5A-4FAA-8A84-0F344EE8461E}" type="pres">
      <dgm:prSet presAssocID="{BEA62705-2479-4DF5-9149-4C31C660CD3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4EE59F3-ADF7-49A1-A43A-F4D632D1D397}" type="pres">
      <dgm:prSet presAssocID="{BEA62705-2479-4DF5-9149-4C31C660CD39}" presName="spaceRect" presStyleCnt="0"/>
      <dgm:spPr/>
    </dgm:pt>
    <dgm:pt modelId="{2D90B096-743C-4DCD-BDA0-D8B69F12FF38}" type="pres">
      <dgm:prSet presAssocID="{BEA62705-2479-4DF5-9149-4C31C660CD39}" presName="parTx" presStyleLbl="revTx" presStyleIdx="1" presStyleCnt="4">
        <dgm:presLayoutVars>
          <dgm:chMax val="0"/>
          <dgm:chPref val="0"/>
        </dgm:presLayoutVars>
      </dgm:prSet>
      <dgm:spPr/>
    </dgm:pt>
    <dgm:pt modelId="{482F1D52-15BF-41CD-B0C9-C1D9AB240FA2}" type="pres">
      <dgm:prSet presAssocID="{EA1DBA01-8BB7-4E92-88B6-9D36DF6B1809}" presName="sibTrans" presStyleCnt="0"/>
      <dgm:spPr/>
    </dgm:pt>
    <dgm:pt modelId="{CBE2507A-6871-47EC-B293-23F93DADDA0A}" type="pres">
      <dgm:prSet presAssocID="{CA7783DD-8318-46A4-A874-910CAA1BF862}" presName="compNode" presStyleCnt="0"/>
      <dgm:spPr/>
    </dgm:pt>
    <dgm:pt modelId="{2C32A22A-37D6-4170-9DDA-41DBEB11D2FB}" type="pres">
      <dgm:prSet presAssocID="{CA7783DD-8318-46A4-A874-910CAA1BF862}" presName="bgRect" presStyleLbl="bgShp" presStyleIdx="2" presStyleCnt="3" custScaleY="178398"/>
      <dgm:spPr/>
    </dgm:pt>
    <dgm:pt modelId="{76BE06BA-2EB8-4874-857E-0A5681FBBAD9}" type="pres">
      <dgm:prSet presAssocID="{CA7783DD-8318-46A4-A874-910CAA1BF86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A4F9B668-030D-4F26-812F-58A07FBDBA97}" type="pres">
      <dgm:prSet presAssocID="{CA7783DD-8318-46A4-A874-910CAA1BF862}" presName="spaceRect" presStyleCnt="0"/>
      <dgm:spPr/>
    </dgm:pt>
    <dgm:pt modelId="{6D7DFA28-A05F-47A2-A8C7-CCD8E00EBD26}" type="pres">
      <dgm:prSet presAssocID="{CA7783DD-8318-46A4-A874-910CAA1BF862}" presName="parTx" presStyleLbl="revTx" presStyleIdx="2" presStyleCnt="4">
        <dgm:presLayoutVars>
          <dgm:chMax val="0"/>
          <dgm:chPref val="0"/>
        </dgm:presLayoutVars>
      </dgm:prSet>
      <dgm:spPr/>
    </dgm:pt>
    <dgm:pt modelId="{E028C189-C83E-4345-B95A-FF04026E0522}" type="pres">
      <dgm:prSet presAssocID="{CA7783DD-8318-46A4-A874-910CAA1BF862}" presName="desTx" presStyleLbl="revTx" presStyleIdx="3" presStyleCnt="4">
        <dgm:presLayoutVars/>
      </dgm:prSet>
      <dgm:spPr/>
    </dgm:pt>
  </dgm:ptLst>
  <dgm:cxnLst>
    <dgm:cxn modelId="{60FF0D12-AF4A-EE48-910F-656DEC70D3F7}" type="presOf" srcId="{2DE1E235-7021-408B-9249-0354477F25B5}" destId="{5CE8ABBF-8D07-4126-899F-075DBF5084E1}" srcOrd="0" destOrd="0" presId="urn:microsoft.com/office/officeart/2018/2/layout/IconVerticalSolidList"/>
    <dgm:cxn modelId="{FCE2021B-FFEC-4476-A836-513FABD65DC6}" srcId="{CA7783DD-8318-46A4-A874-910CAA1BF862}" destId="{80E58043-E93E-4986-B672-4BBB24A7FB20}" srcOrd="1" destOrd="0" parTransId="{FDDB648C-45E6-4C7B-B193-B35DEAEF1CD8}" sibTransId="{FA70DFB2-1432-4262-81C2-0FE517B862B5}"/>
    <dgm:cxn modelId="{8FE0802B-7055-704A-B2A0-4D7AA28A2528}" type="presOf" srcId="{90B4D586-1EE0-45F0-96EE-8EEC056B7376}" destId="{ECF1A319-86FD-491C-A655-3AEE872D6FE0}" srcOrd="0" destOrd="0" presId="urn:microsoft.com/office/officeart/2018/2/layout/IconVerticalSolidList"/>
    <dgm:cxn modelId="{0C70AA34-CFCE-E641-8EE4-5F8A60E1A8C0}" type="presOf" srcId="{CA7783DD-8318-46A4-A874-910CAA1BF862}" destId="{6D7DFA28-A05F-47A2-A8C7-CCD8E00EBD26}" srcOrd="0" destOrd="0" presId="urn:microsoft.com/office/officeart/2018/2/layout/IconVerticalSolidList"/>
    <dgm:cxn modelId="{EF0E4539-16E9-4480-83D0-CE4993DCAD9F}" srcId="{90B4D586-1EE0-45F0-96EE-8EEC056B7376}" destId="{CA7783DD-8318-46A4-A874-910CAA1BF862}" srcOrd="2" destOrd="0" parTransId="{F0366F10-D4D9-4306-9548-A6A9E31F9A38}" sibTransId="{4C2976E0-F0C6-49F0-8458-3ABE6F1E7B56}"/>
    <dgm:cxn modelId="{8023EF45-EC2B-194B-9873-9936640426E1}" type="presOf" srcId="{80E58043-E93E-4986-B672-4BBB24A7FB20}" destId="{E028C189-C83E-4345-B95A-FF04026E0522}" srcOrd="0" destOrd="1" presId="urn:microsoft.com/office/officeart/2018/2/layout/IconVerticalSolidList"/>
    <dgm:cxn modelId="{09E9204A-6EA6-A04B-AD86-3C715A64AFDD}" type="presOf" srcId="{A14AD549-456E-4753-BC23-C9092CB9DF79}" destId="{E028C189-C83E-4345-B95A-FF04026E0522}" srcOrd="0" destOrd="0" presId="urn:microsoft.com/office/officeart/2018/2/layout/IconVerticalSolidList"/>
    <dgm:cxn modelId="{A01992AC-C7AB-4CB9-A51D-555CC3C35B10}" srcId="{90B4D586-1EE0-45F0-96EE-8EEC056B7376}" destId="{BEA62705-2479-4DF5-9149-4C31C660CD39}" srcOrd="1" destOrd="0" parTransId="{90CABA59-14DF-4DC1-BB9D-82A166361C1E}" sibTransId="{EA1DBA01-8BB7-4E92-88B6-9D36DF6B1809}"/>
    <dgm:cxn modelId="{927EEFC3-9135-4D57-B215-2C437506EE36}" srcId="{90B4D586-1EE0-45F0-96EE-8EEC056B7376}" destId="{2DE1E235-7021-408B-9249-0354477F25B5}" srcOrd="0" destOrd="0" parTransId="{C083664B-F2CB-4E43-AF2A-466ECF16E8C5}" sibTransId="{6BE31080-7276-4B40-B690-16900D2828ED}"/>
    <dgm:cxn modelId="{BB0C93C5-AB93-844F-8E9F-03F0D97F24EF}" type="presOf" srcId="{AD9F0015-D12F-4428-9F06-2DBF0A74E332}" destId="{E028C189-C83E-4345-B95A-FF04026E0522}" srcOrd="0" destOrd="2" presId="urn:microsoft.com/office/officeart/2018/2/layout/IconVerticalSolidList"/>
    <dgm:cxn modelId="{ACFABED6-09D6-4928-AADA-6B07A5F4A3D7}" srcId="{CA7783DD-8318-46A4-A874-910CAA1BF862}" destId="{AD9F0015-D12F-4428-9F06-2DBF0A74E332}" srcOrd="2" destOrd="0" parTransId="{442D66FD-36AB-4222-A35B-8E3A6AFC5F25}" sibTransId="{6ED19AF4-1800-4AC2-A085-F9E9B5FA4FC9}"/>
    <dgm:cxn modelId="{0504F5E9-16A7-4DEA-B00D-3AE9740BFE25}" srcId="{CA7783DD-8318-46A4-A874-910CAA1BF862}" destId="{A14AD549-456E-4753-BC23-C9092CB9DF79}" srcOrd="0" destOrd="0" parTransId="{0B562F60-2FB4-440A-BE6C-746AF2F4E9DE}" sibTransId="{9A338B76-7AED-4CD9-8580-B6D05F7C338C}"/>
    <dgm:cxn modelId="{30ED19FB-8BE7-664C-B8F9-148A7F06D400}" type="presOf" srcId="{BEA62705-2479-4DF5-9149-4C31C660CD39}" destId="{2D90B096-743C-4DCD-BDA0-D8B69F12FF38}" srcOrd="0" destOrd="0" presId="urn:microsoft.com/office/officeart/2018/2/layout/IconVerticalSolidList"/>
    <dgm:cxn modelId="{4AAA61DF-A439-9444-8C03-52C7E2F7BDED}" type="presParOf" srcId="{ECF1A319-86FD-491C-A655-3AEE872D6FE0}" destId="{1E7A153E-5836-4838-8500-776F6AF80237}" srcOrd="0" destOrd="0" presId="urn:microsoft.com/office/officeart/2018/2/layout/IconVerticalSolidList"/>
    <dgm:cxn modelId="{7B9A5F00-15B1-4344-9B63-B398DBBC6098}" type="presParOf" srcId="{1E7A153E-5836-4838-8500-776F6AF80237}" destId="{42FDA63C-A59E-41F8-A936-3125CEDD287A}" srcOrd="0" destOrd="0" presId="urn:microsoft.com/office/officeart/2018/2/layout/IconVerticalSolidList"/>
    <dgm:cxn modelId="{5F3A94EF-0D81-8842-8604-8299ECFE3AAC}" type="presParOf" srcId="{1E7A153E-5836-4838-8500-776F6AF80237}" destId="{DBC5004E-0598-459D-A7C3-31B6C51981BE}" srcOrd="1" destOrd="0" presId="urn:microsoft.com/office/officeart/2018/2/layout/IconVerticalSolidList"/>
    <dgm:cxn modelId="{C608FB1C-9A1A-044B-B9A7-2B1DDED4889C}" type="presParOf" srcId="{1E7A153E-5836-4838-8500-776F6AF80237}" destId="{53C4771F-9C36-4473-ACBB-0D1DD6C1851E}" srcOrd="2" destOrd="0" presId="urn:microsoft.com/office/officeart/2018/2/layout/IconVerticalSolidList"/>
    <dgm:cxn modelId="{3988529E-3961-8441-9A25-DBAE172BA96C}" type="presParOf" srcId="{1E7A153E-5836-4838-8500-776F6AF80237}" destId="{5CE8ABBF-8D07-4126-899F-075DBF5084E1}" srcOrd="3" destOrd="0" presId="urn:microsoft.com/office/officeart/2018/2/layout/IconVerticalSolidList"/>
    <dgm:cxn modelId="{4FBB1875-FFAD-714E-B531-3E826F54E251}" type="presParOf" srcId="{ECF1A319-86FD-491C-A655-3AEE872D6FE0}" destId="{FA37D028-CBB2-4840-A35D-4CAFFBBF3387}" srcOrd="1" destOrd="0" presId="urn:microsoft.com/office/officeart/2018/2/layout/IconVerticalSolidList"/>
    <dgm:cxn modelId="{BB8B790B-90AB-184C-B9D6-1CE70BF6979E}" type="presParOf" srcId="{ECF1A319-86FD-491C-A655-3AEE872D6FE0}" destId="{2699798B-2135-40F4-AA4D-1391C546F027}" srcOrd="2" destOrd="0" presId="urn:microsoft.com/office/officeart/2018/2/layout/IconVerticalSolidList"/>
    <dgm:cxn modelId="{0C09E810-014F-0D46-BAC6-C59811C8DD96}" type="presParOf" srcId="{2699798B-2135-40F4-AA4D-1391C546F027}" destId="{076A99C6-E915-4339-B5CC-E7F7E98F9BDD}" srcOrd="0" destOrd="0" presId="urn:microsoft.com/office/officeart/2018/2/layout/IconVerticalSolidList"/>
    <dgm:cxn modelId="{93D37E25-D49A-294A-BF64-FEE72B15C688}" type="presParOf" srcId="{2699798B-2135-40F4-AA4D-1391C546F027}" destId="{C5112C23-DA5A-4FAA-8A84-0F344EE8461E}" srcOrd="1" destOrd="0" presId="urn:microsoft.com/office/officeart/2018/2/layout/IconVerticalSolidList"/>
    <dgm:cxn modelId="{5884D69B-0C8C-4840-874F-5D830EEA41BB}" type="presParOf" srcId="{2699798B-2135-40F4-AA4D-1391C546F027}" destId="{74EE59F3-ADF7-49A1-A43A-F4D632D1D397}" srcOrd="2" destOrd="0" presId="urn:microsoft.com/office/officeart/2018/2/layout/IconVerticalSolidList"/>
    <dgm:cxn modelId="{A4159BFB-E8FD-4344-8A8B-4D413E75E91A}" type="presParOf" srcId="{2699798B-2135-40F4-AA4D-1391C546F027}" destId="{2D90B096-743C-4DCD-BDA0-D8B69F12FF38}" srcOrd="3" destOrd="0" presId="urn:microsoft.com/office/officeart/2018/2/layout/IconVerticalSolidList"/>
    <dgm:cxn modelId="{1BCC532F-D135-D949-A2FA-3C9EB51B2445}" type="presParOf" srcId="{ECF1A319-86FD-491C-A655-3AEE872D6FE0}" destId="{482F1D52-15BF-41CD-B0C9-C1D9AB240FA2}" srcOrd="3" destOrd="0" presId="urn:microsoft.com/office/officeart/2018/2/layout/IconVerticalSolidList"/>
    <dgm:cxn modelId="{58D22632-45E6-9943-8AAA-D109019FCFDF}" type="presParOf" srcId="{ECF1A319-86FD-491C-A655-3AEE872D6FE0}" destId="{CBE2507A-6871-47EC-B293-23F93DADDA0A}" srcOrd="4" destOrd="0" presId="urn:microsoft.com/office/officeart/2018/2/layout/IconVerticalSolidList"/>
    <dgm:cxn modelId="{18CD15DA-66A0-AF46-A25A-4F202B51A507}" type="presParOf" srcId="{CBE2507A-6871-47EC-B293-23F93DADDA0A}" destId="{2C32A22A-37D6-4170-9DDA-41DBEB11D2FB}" srcOrd="0" destOrd="0" presId="urn:microsoft.com/office/officeart/2018/2/layout/IconVerticalSolidList"/>
    <dgm:cxn modelId="{A697247F-5C5C-054B-AECE-E317DA5FDBFE}" type="presParOf" srcId="{CBE2507A-6871-47EC-B293-23F93DADDA0A}" destId="{76BE06BA-2EB8-4874-857E-0A5681FBBAD9}" srcOrd="1" destOrd="0" presId="urn:microsoft.com/office/officeart/2018/2/layout/IconVerticalSolidList"/>
    <dgm:cxn modelId="{BA0F61BA-7A68-F84F-A682-5DFF8EB1F885}" type="presParOf" srcId="{CBE2507A-6871-47EC-B293-23F93DADDA0A}" destId="{A4F9B668-030D-4F26-812F-58A07FBDBA97}" srcOrd="2" destOrd="0" presId="urn:microsoft.com/office/officeart/2018/2/layout/IconVerticalSolidList"/>
    <dgm:cxn modelId="{E45E9E8C-6F4B-814B-AB2C-060E991B3405}" type="presParOf" srcId="{CBE2507A-6871-47EC-B293-23F93DADDA0A}" destId="{6D7DFA28-A05F-47A2-A8C7-CCD8E00EBD26}" srcOrd="3" destOrd="0" presId="urn:microsoft.com/office/officeart/2018/2/layout/IconVerticalSolidList"/>
    <dgm:cxn modelId="{276ABBA5-6BF2-1946-9A56-DE2A1B07D5BA}" type="presParOf" srcId="{CBE2507A-6871-47EC-B293-23F93DADDA0A}" destId="{E028C189-C83E-4345-B95A-FF04026E052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6ED60B-B7C9-440D-8303-B94B667CAFE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CBFB85-7DEC-4BB1-A61A-C8A9F1B67E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The "Spam" Risk:</a:t>
          </a:r>
          <a:r>
            <a:rPr lang="en-US" b="0" i="0" baseline="0"/>
            <a:t> We identified that a high false-positive rate could lead to "notification fatigue." If Waze proactively targets users with "Come back!" messages too early, it might actually annoy them into deleting the app.</a:t>
          </a:r>
          <a:endParaRPr lang="en-US"/>
        </a:p>
      </dgm:t>
    </dgm:pt>
    <dgm:pt modelId="{EA00AD42-8CB6-4CC5-917D-9C13192E888E}" type="parTrans" cxnId="{4F56ED4F-03AF-4F44-A5FE-27F60D0B6831}">
      <dgm:prSet/>
      <dgm:spPr/>
      <dgm:t>
        <a:bodyPr/>
        <a:lstStyle/>
        <a:p>
          <a:endParaRPr lang="en-US"/>
        </a:p>
      </dgm:t>
    </dgm:pt>
    <dgm:pt modelId="{62FAABE3-ED21-4598-B210-8D2E1864C39D}" type="sibTrans" cxnId="{4F56ED4F-03AF-4F44-A5FE-27F60D0B683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EC16B24-4FCE-4397-BD8A-9E3B5F75BD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Data Limitations:</a:t>
          </a:r>
          <a:r>
            <a:rPr lang="en-US" b="0" i="0" baseline="0" dirty="0"/>
            <a:t> The details show that while the models are mathematically sound, churn is often driven by external factors (e.g., a new road opening, gas prices, app technical performance) not currently in the dataset.</a:t>
          </a:r>
          <a:endParaRPr lang="en-US" dirty="0"/>
        </a:p>
      </dgm:t>
    </dgm:pt>
    <dgm:pt modelId="{2F4E2ABF-B884-4EBA-A71F-062E105EE8AF}" type="parTrans" cxnId="{EA11FEDE-0E15-4792-86B8-4EE12086D668}">
      <dgm:prSet/>
      <dgm:spPr/>
      <dgm:t>
        <a:bodyPr/>
        <a:lstStyle/>
        <a:p>
          <a:endParaRPr lang="en-US"/>
        </a:p>
      </dgm:t>
    </dgm:pt>
    <dgm:pt modelId="{98E0EEB5-DC41-4048-9C6D-7B022661E73F}" type="sibTrans" cxnId="{EA11FEDE-0E15-4792-86B8-4EE12086D668}">
      <dgm:prSet/>
      <dgm:spPr/>
      <dgm:t>
        <a:bodyPr/>
        <a:lstStyle/>
        <a:p>
          <a:endParaRPr lang="en-US"/>
        </a:p>
      </dgm:t>
    </dgm:pt>
    <dgm:pt modelId="{C96D5CB1-FD87-416B-84E9-00FF89A3D41E}" type="pres">
      <dgm:prSet presAssocID="{B06ED60B-B7C9-440D-8303-B94B667CAFE4}" presName="root" presStyleCnt="0">
        <dgm:presLayoutVars>
          <dgm:dir/>
          <dgm:resizeHandles val="exact"/>
        </dgm:presLayoutVars>
      </dgm:prSet>
      <dgm:spPr/>
    </dgm:pt>
    <dgm:pt modelId="{CECD5554-9472-4AA6-8163-60997928DF26}" type="pres">
      <dgm:prSet presAssocID="{B06ED60B-B7C9-440D-8303-B94B667CAFE4}" presName="container" presStyleCnt="0">
        <dgm:presLayoutVars>
          <dgm:dir/>
          <dgm:resizeHandles val="exact"/>
        </dgm:presLayoutVars>
      </dgm:prSet>
      <dgm:spPr/>
    </dgm:pt>
    <dgm:pt modelId="{A2A659E1-4B74-4D05-98AA-FE424F3180BF}" type="pres">
      <dgm:prSet presAssocID="{6FCBFB85-7DEC-4BB1-A61A-C8A9F1B67E1F}" presName="compNode" presStyleCnt="0"/>
      <dgm:spPr/>
    </dgm:pt>
    <dgm:pt modelId="{50AA9B53-C35C-4316-AA7A-7AEF78DC2190}" type="pres">
      <dgm:prSet presAssocID="{6FCBFB85-7DEC-4BB1-A61A-C8A9F1B67E1F}" presName="iconBgRect" presStyleLbl="bgShp" presStyleIdx="0" presStyleCnt="2"/>
      <dgm:spPr/>
    </dgm:pt>
    <dgm:pt modelId="{60043AE0-307E-4885-8F89-1E9BE7380B95}" type="pres">
      <dgm:prSet presAssocID="{6FCBFB85-7DEC-4BB1-A61A-C8A9F1B67E1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44C31187-5FDB-4BED-9904-34A1BD2F3D44}" type="pres">
      <dgm:prSet presAssocID="{6FCBFB85-7DEC-4BB1-A61A-C8A9F1B67E1F}" presName="spaceRect" presStyleCnt="0"/>
      <dgm:spPr/>
    </dgm:pt>
    <dgm:pt modelId="{8F35AB1A-E99F-4856-A85B-7EA08DABEC17}" type="pres">
      <dgm:prSet presAssocID="{6FCBFB85-7DEC-4BB1-A61A-C8A9F1B67E1F}" presName="textRect" presStyleLbl="revTx" presStyleIdx="0" presStyleCnt="2">
        <dgm:presLayoutVars>
          <dgm:chMax val="1"/>
          <dgm:chPref val="1"/>
        </dgm:presLayoutVars>
      </dgm:prSet>
      <dgm:spPr/>
    </dgm:pt>
    <dgm:pt modelId="{6A6386C0-EDDB-4651-85CC-981567BF832B}" type="pres">
      <dgm:prSet presAssocID="{62FAABE3-ED21-4598-B210-8D2E1864C39D}" presName="sibTrans" presStyleLbl="sibTrans2D1" presStyleIdx="0" presStyleCnt="0"/>
      <dgm:spPr/>
    </dgm:pt>
    <dgm:pt modelId="{2D7481D9-E7D4-418E-B8CB-718E25A68EC8}" type="pres">
      <dgm:prSet presAssocID="{5EC16B24-4FCE-4397-BD8A-9E3B5F75BD51}" presName="compNode" presStyleCnt="0"/>
      <dgm:spPr/>
    </dgm:pt>
    <dgm:pt modelId="{391FFC9A-AFD9-4AE3-B1BC-9E393C3FE50F}" type="pres">
      <dgm:prSet presAssocID="{5EC16B24-4FCE-4397-BD8A-9E3B5F75BD51}" presName="iconBgRect" presStyleLbl="bgShp" presStyleIdx="1" presStyleCnt="2"/>
      <dgm:spPr/>
    </dgm:pt>
    <dgm:pt modelId="{59C92C63-999C-4F11-A309-644C3F48ACF6}" type="pres">
      <dgm:prSet presAssocID="{5EC16B24-4FCE-4397-BD8A-9E3B5F75BD5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0E6AA23-3EE3-4B70-8E04-39EA1B0B74D7}" type="pres">
      <dgm:prSet presAssocID="{5EC16B24-4FCE-4397-BD8A-9E3B5F75BD51}" presName="spaceRect" presStyleCnt="0"/>
      <dgm:spPr/>
    </dgm:pt>
    <dgm:pt modelId="{390D3A54-E0B2-47BA-909B-8A2BBD3DF08B}" type="pres">
      <dgm:prSet presAssocID="{5EC16B24-4FCE-4397-BD8A-9E3B5F75BD5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1FB4C1B-DDCE-41C2-AFDC-06F148A9AFFB}" type="presOf" srcId="{B06ED60B-B7C9-440D-8303-B94B667CAFE4}" destId="{C96D5CB1-FD87-416B-84E9-00FF89A3D41E}" srcOrd="0" destOrd="0" presId="urn:microsoft.com/office/officeart/2018/2/layout/IconCircleList"/>
    <dgm:cxn modelId="{4F56ED4F-03AF-4F44-A5FE-27F60D0B6831}" srcId="{B06ED60B-B7C9-440D-8303-B94B667CAFE4}" destId="{6FCBFB85-7DEC-4BB1-A61A-C8A9F1B67E1F}" srcOrd="0" destOrd="0" parTransId="{EA00AD42-8CB6-4CC5-917D-9C13192E888E}" sibTransId="{62FAABE3-ED21-4598-B210-8D2E1864C39D}"/>
    <dgm:cxn modelId="{3522A57D-9980-42A1-B799-239455E00B58}" type="presOf" srcId="{6FCBFB85-7DEC-4BB1-A61A-C8A9F1B67E1F}" destId="{8F35AB1A-E99F-4856-A85B-7EA08DABEC17}" srcOrd="0" destOrd="0" presId="urn:microsoft.com/office/officeart/2018/2/layout/IconCircleList"/>
    <dgm:cxn modelId="{EA11FEDE-0E15-4792-86B8-4EE12086D668}" srcId="{B06ED60B-B7C9-440D-8303-B94B667CAFE4}" destId="{5EC16B24-4FCE-4397-BD8A-9E3B5F75BD51}" srcOrd="1" destOrd="0" parTransId="{2F4E2ABF-B884-4EBA-A71F-062E105EE8AF}" sibTransId="{98E0EEB5-DC41-4048-9C6D-7B022661E73F}"/>
    <dgm:cxn modelId="{F8D547F3-3051-411A-BBB3-CBE6E2EAA3C9}" type="presOf" srcId="{5EC16B24-4FCE-4397-BD8A-9E3B5F75BD51}" destId="{390D3A54-E0B2-47BA-909B-8A2BBD3DF08B}" srcOrd="0" destOrd="0" presId="urn:microsoft.com/office/officeart/2018/2/layout/IconCircleList"/>
    <dgm:cxn modelId="{C86DDEFA-9049-45F7-A924-2CC2CBBF9E84}" type="presOf" srcId="{62FAABE3-ED21-4598-B210-8D2E1864C39D}" destId="{6A6386C0-EDDB-4651-85CC-981567BF832B}" srcOrd="0" destOrd="0" presId="urn:microsoft.com/office/officeart/2018/2/layout/IconCircleList"/>
    <dgm:cxn modelId="{18CC40BD-04CF-43FB-8127-3AE6A3012F8A}" type="presParOf" srcId="{C96D5CB1-FD87-416B-84E9-00FF89A3D41E}" destId="{CECD5554-9472-4AA6-8163-60997928DF26}" srcOrd="0" destOrd="0" presId="urn:microsoft.com/office/officeart/2018/2/layout/IconCircleList"/>
    <dgm:cxn modelId="{896965FA-5FB7-4330-A769-D8EBD1AA0B49}" type="presParOf" srcId="{CECD5554-9472-4AA6-8163-60997928DF26}" destId="{A2A659E1-4B74-4D05-98AA-FE424F3180BF}" srcOrd="0" destOrd="0" presId="urn:microsoft.com/office/officeart/2018/2/layout/IconCircleList"/>
    <dgm:cxn modelId="{9AF7F9C2-1832-4766-910F-9295EC8E9601}" type="presParOf" srcId="{A2A659E1-4B74-4D05-98AA-FE424F3180BF}" destId="{50AA9B53-C35C-4316-AA7A-7AEF78DC2190}" srcOrd="0" destOrd="0" presId="urn:microsoft.com/office/officeart/2018/2/layout/IconCircleList"/>
    <dgm:cxn modelId="{B3082DA1-C047-42C9-850E-30D31B7F76F3}" type="presParOf" srcId="{A2A659E1-4B74-4D05-98AA-FE424F3180BF}" destId="{60043AE0-307E-4885-8F89-1E9BE7380B95}" srcOrd="1" destOrd="0" presId="urn:microsoft.com/office/officeart/2018/2/layout/IconCircleList"/>
    <dgm:cxn modelId="{149A3463-9EA0-40D6-B6DA-976E41E59F6A}" type="presParOf" srcId="{A2A659E1-4B74-4D05-98AA-FE424F3180BF}" destId="{44C31187-5FDB-4BED-9904-34A1BD2F3D44}" srcOrd="2" destOrd="0" presId="urn:microsoft.com/office/officeart/2018/2/layout/IconCircleList"/>
    <dgm:cxn modelId="{AF12686D-0B64-4AF3-80E6-D3837FC3EBC5}" type="presParOf" srcId="{A2A659E1-4B74-4D05-98AA-FE424F3180BF}" destId="{8F35AB1A-E99F-4856-A85B-7EA08DABEC17}" srcOrd="3" destOrd="0" presId="urn:microsoft.com/office/officeart/2018/2/layout/IconCircleList"/>
    <dgm:cxn modelId="{1FAF8BDC-CB91-473A-82CA-F0E45450BFA6}" type="presParOf" srcId="{CECD5554-9472-4AA6-8163-60997928DF26}" destId="{6A6386C0-EDDB-4651-85CC-981567BF832B}" srcOrd="1" destOrd="0" presId="urn:microsoft.com/office/officeart/2018/2/layout/IconCircleList"/>
    <dgm:cxn modelId="{4DECF2AA-152B-4583-A204-84562C5EB673}" type="presParOf" srcId="{CECD5554-9472-4AA6-8163-60997928DF26}" destId="{2D7481D9-E7D4-418E-B8CB-718E25A68EC8}" srcOrd="2" destOrd="0" presId="urn:microsoft.com/office/officeart/2018/2/layout/IconCircleList"/>
    <dgm:cxn modelId="{33A07990-C75F-47C8-9CA8-BF68729CF549}" type="presParOf" srcId="{2D7481D9-E7D4-418E-B8CB-718E25A68EC8}" destId="{391FFC9A-AFD9-4AE3-B1BC-9E393C3FE50F}" srcOrd="0" destOrd="0" presId="urn:microsoft.com/office/officeart/2018/2/layout/IconCircleList"/>
    <dgm:cxn modelId="{A843B645-69E2-49AD-837A-4CD0A083F21B}" type="presParOf" srcId="{2D7481D9-E7D4-418E-B8CB-718E25A68EC8}" destId="{59C92C63-999C-4F11-A309-644C3F48ACF6}" srcOrd="1" destOrd="0" presId="urn:microsoft.com/office/officeart/2018/2/layout/IconCircleList"/>
    <dgm:cxn modelId="{4B6B7429-BFDB-4E6F-AC4E-E214D53891BF}" type="presParOf" srcId="{2D7481D9-E7D4-418E-B8CB-718E25A68EC8}" destId="{00E6AA23-3EE3-4B70-8E04-39EA1B0B74D7}" srcOrd="2" destOrd="0" presId="urn:microsoft.com/office/officeart/2018/2/layout/IconCircleList"/>
    <dgm:cxn modelId="{BE6FC9B7-A31A-4F46-8D81-9BA146651FEB}" type="presParOf" srcId="{2D7481D9-E7D4-418E-B8CB-718E25A68EC8}" destId="{390D3A54-E0B2-47BA-909B-8A2BBD3DF08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C647D0-3099-4E69-A3C6-2CD3B742C98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F2DA2DF-A575-43B3-8AC0-FBF2C82B44B2}">
      <dgm:prSet/>
      <dgm:spPr/>
      <dgm:t>
        <a:bodyPr/>
        <a:lstStyle/>
        <a:p>
          <a:r>
            <a:rPr lang="en-US"/>
            <a:t>Recency-weighted features</a:t>
          </a:r>
        </a:p>
      </dgm:t>
    </dgm:pt>
    <dgm:pt modelId="{424F1910-4523-4778-94D9-EC3B48AEF92C}" type="parTrans" cxnId="{5EFAD1EC-D78C-4F9B-A4F0-198D22D41657}">
      <dgm:prSet/>
      <dgm:spPr/>
      <dgm:t>
        <a:bodyPr/>
        <a:lstStyle/>
        <a:p>
          <a:endParaRPr lang="en-US"/>
        </a:p>
      </dgm:t>
    </dgm:pt>
    <dgm:pt modelId="{0882D1EA-2DA4-4BC1-860E-6436E98282BB}" type="sibTrans" cxnId="{5EFAD1EC-D78C-4F9B-A4F0-198D22D41657}">
      <dgm:prSet/>
      <dgm:spPr/>
      <dgm:t>
        <a:bodyPr/>
        <a:lstStyle/>
        <a:p>
          <a:endParaRPr lang="en-US"/>
        </a:p>
      </dgm:t>
    </dgm:pt>
    <dgm:pt modelId="{290AF36C-2E4B-43DC-AA0E-F64F952F9CC5}">
      <dgm:prSet/>
      <dgm:spPr/>
      <dgm:t>
        <a:bodyPr/>
        <a:lstStyle/>
        <a:p>
          <a:r>
            <a:rPr lang="en-US"/>
            <a:t>Feature intersections / Interaction terms</a:t>
          </a:r>
        </a:p>
      </dgm:t>
    </dgm:pt>
    <dgm:pt modelId="{782A2E33-CB9C-4CE1-9DE8-07E6662678C8}" type="parTrans" cxnId="{EE409FAB-09D2-4163-A627-7C40475CA84C}">
      <dgm:prSet/>
      <dgm:spPr/>
      <dgm:t>
        <a:bodyPr/>
        <a:lstStyle/>
        <a:p>
          <a:endParaRPr lang="en-US"/>
        </a:p>
      </dgm:t>
    </dgm:pt>
    <dgm:pt modelId="{6868CDAB-D5B3-4161-B6D3-F6B91A74B4A6}" type="sibTrans" cxnId="{EE409FAB-09D2-4163-A627-7C40475CA84C}">
      <dgm:prSet/>
      <dgm:spPr/>
      <dgm:t>
        <a:bodyPr/>
        <a:lstStyle/>
        <a:p>
          <a:endParaRPr lang="en-US"/>
        </a:p>
      </dgm:t>
    </dgm:pt>
    <dgm:pt modelId="{B3BDAE21-CEAD-4610-8A79-70E9420A4B70}">
      <dgm:prSet/>
      <dgm:spPr/>
      <dgm:t>
        <a:bodyPr/>
        <a:lstStyle/>
        <a:p>
          <a:r>
            <a:rPr lang="en-US"/>
            <a:t>Macroeconomic indicators (Gas price fluctuations)</a:t>
          </a:r>
        </a:p>
      </dgm:t>
    </dgm:pt>
    <dgm:pt modelId="{C590566D-F537-4818-B67F-2F64E258375F}" type="parTrans" cxnId="{6620D8BA-F193-4481-B16E-0EEF201A5569}">
      <dgm:prSet/>
      <dgm:spPr/>
      <dgm:t>
        <a:bodyPr/>
        <a:lstStyle/>
        <a:p>
          <a:endParaRPr lang="en-US"/>
        </a:p>
      </dgm:t>
    </dgm:pt>
    <dgm:pt modelId="{A990CE6E-8C6C-4591-AB02-58009639D522}" type="sibTrans" cxnId="{6620D8BA-F193-4481-B16E-0EEF201A5569}">
      <dgm:prSet/>
      <dgm:spPr/>
      <dgm:t>
        <a:bodyPr/>
        <a:lstStyle/>
        <a:p>
          <a:endParaRPr lang="en-US"/>
        </a:p>
      </dgm:t>
    </dgm:pt>
    <dgm:pt modelId="{94D5FE82-D49E-4BA0-A1E1-7BA9851F103D}">
      <dgm:prSet/>
      <dgm:spPr/>
      <dgm:t>
        <a:bodyPr/>
        <a:lstStyle/>
        <a:p>
          <a:r>
            <a:rPr lang="en-US"/>
            <a:t>Competitive landscape analysis</a:t>
          </a:r>
        </a:p>
      </dgm:t>
    </dgm:pt>
    <dgm:pt modelId="{FD08E9BD-D2E2-490D-B6C3-13FB46409C6B}" type="parTrans" cxnId="{DA30703D-93C9-4359-8A15-1C78CB4FBE48}">
      <dgm:prSet/>
      <dgm:spPr/>
      <dgm:t>
        <a:bodyPr/>
        <a:lstStyle/>
        <a:p>
          <a:endParaRPr lang="en-US"/>
        </a:p>
      </dgm:t>
    </dgm:pt>
    <dgm:pt modelId="{9A738F49-4E8A-4C0C-BB76-A60D8AA9D25F}" type="sibTrans" cxnId="{DA30703D-93C9-4359-8A15-1C78CB4FBE48}">
      <dgm:prSet/>
      <dgm:spPr/>
      <dgm:t>
        <a:bodyPr/>
        <a:lstStyle/>
        <a:p>
          <a:endParaRPr lang="en-US"/>
        </a:p>
      </dgm:t>
    </dgm:pt>
    <dgm:pt modelId="{3889E1B5-7538-4200-80F4-AE28E254C5F1}">
      <dgm:prSet/>
      <dgm:spPr/>
      <dgm:t>
        <a:bodyPr/>
        <a:lstStyle/>
        <a:p>
          <a:r>
            <a:rPr lang="en-US"/>
            <a:t>Seasonality adjustments</a:t>
          </a:r>
        </a:p>
      </dgm:t>
    </dgm:pt>
    <dgm:pt modelId="{AD752133-F4FD-45F3-8F5C-15EBF6D958B2}" type="parTrans" cxnId="{4BE92DDB-0135-412D-AAEA-16781399D474}">
      <dgm:prSet/>
      <dgm:spPr/>
      <dgm:t>
        <a:bodyPr/>
        <a:lstStyle/>
        <a:p>
          <a:endParaRPr lang="en-US"/>
        </a:p>
      </dgm:t>
    </dgm:pt>
    <dgm:pt modelId="{5A9D56FA-B7E9-4CBA-81CA-B80E4472CFB0}" type="sibTrans" cxnId="{4BE92DDB-0135-412D-AAEA-16781399D474}">
      <dgm:prSet/>
      <dgm:spPr/>
      <dgm:t>
        <a:bodyPr/>
        <a:lstStyle/>
        <a:p>
          <a:endParaRPr lang="en-US"/>
        </a:p>
      </dgm:t>
    </dgm:pt>
    <dgm:pt modelId="{1ABB1F3C-1FC5-4408-854D-A93D8D68ED8D}">
      <dgm:prSet/>
      <dgm:spPr/>
      <dgm:t>
        <a:bodyPr/>
        <a:lstStyle/>
        <a:p>
          <a:r>
            <a:rPr lang="en-US"/>
            <a:t>Class imbalance handling &amp; model stacking</a:t>
          </a:r>
        </a:p>
      </dgm:t>
    </dgm:pt>
    <dgm:pt modelId="{D5BC1E5E-BFE0-4482-ABEB-5F50C6CC6A80}" type="parTrans" cxnId="{6DE04031-C1D0-4F39-A126-AF855D3828D0}">
      <dgm:prSet/>
      <dgm:spPr/>
      <dgm:t>
        <a:bodyPr/>
        <a:lstStyle/>
        <a:p>
          <a:endParaRPr lang="en-US"/>
        </a:p>
      </dgm:t>
    </dgm:pt>
    <dgm:pt modelId="{7DAD4567-EB70-4570-A435-E6DCAD4AAF6E}" type="sibTrans" cxnId="{6DE04031-C1D0-4F39-A126-AF855D3828D0}">
      <dgm:prSet/>
      <dgm:spPr/>
      <dgm:t>
        <a:bodyPr/>
        <a:lstStyle/>
        <a:p>
          <a:endParaRPr lang="en-US"/>
        </a:p>
      </dgm:t>
    </dgm:pt>
    <dgm:pt modelId="{E03C305E-A840-4827-820C-22A394AFB5B1}">
      <dgm:prSet/>
      <dgm:spPr/>
      <dgm:t>
        <a:bodyPr/>
        <a:lstStyle/>
        <a:p>
          <a:r>
            <a:rPr lang="en-US"/>
            <a:t>Technical telemetry &amp; granular behavioral data</a:t>
          </a:r>
        </a:p>
      </dgm:t>
    </dgm:pt>
    <dgm:pt modelId="{94E76165-657E-48A8-ADF9-826861BE55AD}" type="parTrans" cxnId="{EEAF6A11-0537-4673-8D8D-69898B0FCC83}">
      <dgm:prSet/>
      <dgm:spPr/>
      <dgm:t>
        <a:bodyPr/>
        <a:lstStyle/>
        <a:p>
          <a:endParaRPr lang="en-US"/>
        </a:p>
      </dgm:t>
    </dgm:pt>
    <dgm:pt modelId="{45296B7B-42DB-4283-8C2B-2BF7B8969991}" type="sibTrans" cxnId="{EEAF6A11-0537-4673-8D8D-69898B0FCC83}">
      <dgm:prSet/>
      <dgm:spPr/>
      <dgm:t>
        <a:bodyPr/>
        <a:lstStyle/>
        <a:p>
          <a:endParaRPr lang="en-US"/>
        </a:p>
      </dgm:t>
    </dgm:pt>
    <dgm:pt modelId="{C12EA611-3BC5-4A42-ADC9-3656B5F0A77E}" type="pres">
      <dgm:prSet presAssocID="{5DC647D0-3099-4E69-A3C6-2CD3B742C98E}" presName="vert0" presStyleCnt="0">
        <dgm:presLayoutVars>
          <dgm:dir/>
          <dgm:animOne val="branch"/>
          <dgm:animLvl val="lvl"/>
        </dgm:presLayoutVars>
      </dgm:prSet>
      <dgm:spPr/>
    </dgm:pt>
    <dgm:pt modelId="{23454AD5-41A2-A445-9719-E47EDCFB45E9}" type="pres">
      <dgm:prSet presAssocID="{5F2DA2DF-A575-43B3-8AC0-FBF2C82B44B2}" presName="thickLine" presStyleLbl="alignNode1" presStyleIdx="0" presStyleCnt="7"/>
      <dgm:spPr/>
    </dgm:pt>
    <dgm:pt modelId="{322E037E-7BBF-6946-AD15-B2CE7A23AE8D}" type="pres">
      <dgm:prSet presAssocID="{5F2DA2DF-A575-43B3-8AC0-FBF2C82B44B2}" presName="horz1" presStyleCnt="0"/>
      <dgm:spPr/>
    </dgm:pt>
    <dgm:pt modelId="{E4648EF3-4E68-FE4D-BE14-2D5F8DE7F055}" type="pres">
      <dgm:prSet presAssocID="{5F2DA2DF-A575-43B3-8AC0-FBF2C82B44B2}" presName="tx1" presStyleLbl="revTx" presStyleIdx="0" presStyleCnt="7"/>
      <dgm:spPr/>
    </dgm:pt>
    <dgm:pt modelId="{63316F8B-C5BD-344D-9DCC-511FA96033A6}" type="pres">
      <dgm:prSet presAssocID="{5F2DA2DF-A575-43B3-8AC0-FBF2C82B44B2}" presName="vert1" presStyleCnt="0"/>
      <dgm:spPr/>
    </dgm:pt>
    <dgm:pt modelId="{1E65DA57-35AF-B049-8BE1-B4DCC3038836}" type="pres">
      <dgm:prSet presAssocID="{290AF36C-2E4B-43DC-AA0E-F64F952F9CC5}" presName="thickLine" presStyleLbl="alignNode1" presStyleIdx="1" presStyleCnt="7"/>
      <dgm:spPr/>
    </dgm:pt>
    <dgm:pt modelId="{844DFBCA-9EBD-E348-BEDC-170206A6563B}" type="pres">
      <dgm:prSet presAssocID="{290AF36C-2E4B-43DC-AA0E-F64F952F9CC5}" presName="horz1" presStyleCnt="0"/>
      <dgm:spPr/>
    </dgm:pt>
    <dgm:pt modelId="{5A0FE9B8-B663-E540-B087-D0E6ECC7B742}" type="pres">
      <dgm:prSet presAssocID="{290AF36C-2E4B-43DC-AA0E-F64F952F9CC5}" presName="tx1" presStyleLbl="revTx" presStyleIdx="1" presStyleCnt="7"/>
      <dgm:spPr/>
    </dgm:pt>
    <dgm:pt modelId="{A7C4AC04-D138-0B49-BE22-E4F8BF2B0CB2}" type="pres">
      <dgm:prSet presAssocID="{290AF36C-2E4B-43DC-AA0E-F64F952F9CC5}" presName="vert1" presStyleCnt="0"/>
      <dgm:spPr/>
    </dgm:pt>
    <dgm:pt modelId="{5C6DAF84-7B9B-804A-BA8E-B78730C67AB7}" type="pres">
      <dgm:prSet presAssocID="{B3BDAE21-CEAD-4610-8A79-70E9420A4B70}" presName="thickLine" presStyleLbl="alignNode1" presStyleIdx="2" presStyleCnt="7"/>
      <dgm:spPr/>
    </dgm:pt>
    <dgm:pt modelId="{32144C97-672F-CC40-8F4E-F0F4A1D1672E}" type="pres">
      <dgm:prSet presAssocID="{B3BDAE21-CEAD-4610-8A79-70E9420A4B70}" presName="horz1" presStyleCnt="0"/>
      <dgm:spPr/>
    </dgm:pt>
    <dgm:pt modelId="{3E1D9ADC-5355-654A-A7A9-55203A11176D}" type="pres">
      <dgm:prSet presAssocID="{B3BDAE21-CEAD-4610-8A79-70E9420A4B70}" presName="tx1" presStyleLbl="revTx" presStyleIdx="2" presStyleCnt="7"/>
      <dgm:spPr/>
    </dgm:pt>
    <dgm:pt modelId="{25DC07F9-5E8A-E14F-B7A8-281F60B4A948}" type="pres">
      <dgm:prSet presAssocID="{B3BDAE21-CEAD-4610-8A79-70E9420A4B70}" presName="vert1" presStyleCnt="0"/>
      <dgm:spPr/>
    </dgm:pt>
    <dgm:pt modelId="{95EF5BEE-5ADB-8E4A-ADF1-AF091F486186}" type="pres">
      <dgm:prSet presAssocID="{94D5FE82-D49E-4BA0-A1E1-7BA9851F103D}" presName="thickLine" presStyleLbl="alignNode1" presStyleIdx="3" presStyleCnt="7"/>
      <dgm:spPr/>
    </dgm:pt>
    <dgm:pt modelId="{097AF5A7-32BA-544D-AADA-08653BBEC7BB}" type="pres">
      <dgm:prSet presAssocID="{94D5FE82-D49E-4BA0-A1E1-7BA9851F103D}" presName="horz1" presStyleCnt="0"/>
      <dgm:spPr/>
    </dgm:pt>
    <dgm:pt modelId="{67C5A0D5-0C9E-EB4C-BFE3-22D8F5DD781B}" type="pres">
      <dgm:prSet presAssocID="{94D5FE82-D49E-4BA0-A1E1-7BA9851F103D}" presName="tx1" presStyleLbl="revTx" presStyleIdx="3" presStyleCnt="7"/>
      <dgm:spPr/>
    </dgm:pt>
    <dgm:pt modelId="{43C71996-2D35-7543-BFFC-8E64F922DFAC}" type="pres">
      <dgm:prSet presAssocID="{94D5FE82-D49E-4BA0-A1E1-7BA9851F103D}" presName="vert1" presStyleCnt="0"/>
      <dgm:spPr/>
    </dgm:pt>
    <dgm:pt modelId="{3574AC2F-86D3-7A43-BDE3-D241B396CCEA}" type="pres">
      <dgm:prSet presAssocID="{3889E1B5-7538-4200-80F4-AE28E254C5F1}" presName="thickLine" presStyleLbl="alignNode1" presStyleIdx="4" presStyleCnt="7"/>
      <dgm:spPr/>
    </dgm:pt>
    <dgm:pt modelId="{99F0559D-1662-164D-8CF9-9FAF417C7F8E}" type="pres">
      <dgm:prSet presAssocID="{3889E1B5-7538-4200-80F4-AE28E254C5F1}" presName="horz1" presStyleCnt="0"/>
      <dgm:spPr/>
    </dgm:pt>
    <dgm:pt modelId="{BF5D546A-41BB-B14F-AE65-E991387B5190}" type="pres">
      <dgm:prSet presAssocID="{3889E1B5-7538-4200-80F4-AE28E254C5F1}" presName="tx1" presStyleLbl="revTx" presStyleIdx="4" presStyleCnt="7"/>
      <dgm:spPr/>
    </dgm:pt>
    <dgm:pt modelId="{FE71DA91-1EEE-D24D-8E25-BEA5A3A73103}" type="pres">
      <dgm:prSet presAssocID="{3889E1B5-7538-4200-80F4-AE28E254C5F1}" presName="vert1" presStyleCnt="0"/>
      <dgm:spPr/>
    </dgm:pt>
    <dgm:pt modelId="{9B709EA7-E1B7-F344-A17C-837A5FD70CF2}" type="pres">
      <dgm:prSet presAssocID="{1ABB1F3C-1FC5-4408-854D-A93D8D68ED8D}" presName="thickLine" presStyleLbl="alignNode1" presStyleIdx="5" presStyleCnt="7"/>
      <dgm:spPr/>
    </dgm:pt>
    <dgm:pt modelId="{B3F54A32-5F0A-3C44-801E-C2F59CBBED3C}" type="pres">
      <dgm:prSet presAssocID="{1ABB1F3C-1FC5-4408-854D-A93D8D68ED8D}" presName="horz1" presStyleCnt="0"/>
      <dgm:spPr/>
    </dgm:pt>
    <dgm:pt modelId="{D99FAB9D-1328-484C-B869-39C8AE5D40D5}" type="pres">
      <dgm:prSet presAssocID="{1ABB1F3C-1FC5-4408-854D-A93D8D68ED8D}" presName="tx1" presStyleLbl="revTx" presStyleIdx="5" presStyleCnt="7"/>
      <dgm:spPr/>
    </dgm:pt>
    <dgm:pt modelId="{0D4039E5-845A-1C40-A8A9-7AB48B01B803}" type="pres">
      <dgm:prSet presAssocID="{1ABB1F3C-1FC5-4408-854D-A93D8D68ED8D}" presName="vert1" presStyleCnt="0"/>
      <dgm:spPr/>
    </dgm:pt>
    <dgm:pt modelId="{A015B983-9688-0C42-802A-9AC49473EE9B}" type="pres">
      <dgm:prSet presAssocID="{E03C305E-A840-4827-820C-22A394AFB5B1}" presName="thickLine" presStyleLbl="alignNode1" presStyleIdx="6" presStyleCnt="7"/>
      <dgm:spPr/>
    </dgm:pt>
    <dgm:pt modelId="{FB2EA0D4-B614-4049-A314-1A5D4551F990}" type="pres">
      <dgm:prSet presAssocID="{E03C305E-A840-4827-820C-22A394AFB5B1}" presName="horz1" presStyleCnt="0"/>
      <dgm:spPr/>
    </dgm:pt>
    <dgm:pt modelId="{9BBB45AB-8BD2-494C-9EAC-F7C98D470812}" type="pres">
      <dgm:prSet presAssocID="{E03C305E-A840-4827-820C-22A394AFB5B1}" presName="tx1" presStyleLbl="revTx" presStyleIdx="6" presStyleCnt="7"/>
      <dgm:spPr/>
    </dgm:pt>
    <dgm:pt modelId="{06927D5A-9603-964D-A1E5-BDF3EFB68EA7}" type="pres">
      <dgm:prSet presAssocID="{E03C305E-A840-4827-820C-22A394AFB5B1}" presName="vert1" presStyleCnt="0"/>
      <dgm:spPr/>
    </dgm:pt>
  </dgm:ptLst>
  <dgm:cxnLst>
    <dgm:cxn modelId="{44DF9E0C-AE72-A94F-BBF3-8D5606060983}" type="presOf" srcId="{290AF36C-2E4B-43DC-AA0E-F64F952F9CC5}" destId="{5A0FE9B8-B663-E540-B087-D0E6ECC7B742}" srcOrd="0" destOrd="0" presId="urn:microsoft.com/office/officeart/2008/layout/LinedList"/>
    <dgm:cxn modelId="{EEAF6A11-0537-4673-8D8D-69898B0FCC83}" srcId="{5DC647D0-3099-4E69-A3C6-2CD3B742C98E}" destId="{E03C305E-A840-4827-820C-22A394AFB5B1}" srcOrd="6" destOrd="0" parTransId="{94E76165-657E-48A8-ADF9-826861BE55AD}" sibTransId="{45296B7B-42DB-4283-8C2B-2BF7B8969991}"/>
    <dgm:cxn modelId="{6DE04031-C1D0-4F39-A126-AF855D3828D0}" srcId="{5DC647D0-3099-4E69-A3C6-2CD3B742C98E}" destId="{1ABB1F3C-1FC5-4408-854D-A93D8D68ED8D}" srcOrd="5" destOrd="0" parTransId="{D5BC1E5E-BFE0-4482-ABEB-5F50C6CC6A80}" sibTransId="{7DAD4567-EB70-4570-A435-E6DCAD4AAF6E}"/>
    <dgm:cxn modelId="{18A34734-2281-EB45-A2B5-8BDC058F8D69}" type="presOf" srcId="{5DC647D0-3099-4E69-A3C6-2CD3B742C98E}" destId="{C12EA611-3BC5-4A42-ADC9-3656B5F0A77E}" srcOrd="0" destOrd="0" presId="urn:microsoft.com/office/officeart/2008/layout/LinedList"/>
    <dgm:cxn modelId="{F34D0136-0943-8948-B9FD-0DCFF92F74C0}" type="presOf" srcId="{5F2DA2DF-A575-43B3-8AC0-FBF2C82B44B2}" destId="{E4648EF3-4E68-FE4D-BE14-2D5F8DE7F055}" srcOrd="0" destOrd="0" presId="urn:microsoft.com/office/officeart/2008/layout/LinedList"/>
    <dgm:cxn modelId="{DA30703D-93C9-4359-8A15-1C78CB4FBE48}" srcId="{5DC647D0-3099-4E69-A3C6-2CD3B742C98E}" destId="{94D5FE82-D49E-4BA0-A1E1-7BA9851F103D}" srcOrd="3" destOrd="0" parTransId="{FD08E9BD-D2E2-490D-B6C3-13FB46409C6B}" sibTransId="{9A738F49-4E8A-4C0C-BB76-A60D8AA9D25F}"/>
    <dgm:cxn modelId="{69D7BD6E-F6F8-5A4E-80FE-5970DE2AACE2}" type="presOf" srcId="{1ABB1F3C-1FC5-4408-854D-A93D8D68ED8D}" destId="{D99FAB9D-1328-484C-B869-39C8AE5D40D5}" srcOrd="0" destOrd="0" presId="urn:microsoft.com/office/officeart/2008/layout/LinedList"/>
    <dgm:cxn modelId="{F6BC4B8B-5202-A942-946F-BACF44948768}" type="presOf" srcId="{E03C305E-A840-4827-820C-22A394AFB5B1}" destId="{9BBB45AB-8BD2-494C-9EAC-F7C98D470812}" srcOrd="0" destOrd="0" presId="urn:microsoft.com/office/officeart/2008/layout/LinedList"/>
    <dgm:cxn modelId="{EE409FAB-09D2-4163-A627-7C40475CA84C}" srcId="{5DC647D0-3099-4E69-A3C6-2CD3B742C98E}" destId="{290AF36C-2E4B-43DC-AA0E-F64F952F9CC5}" srcOrd="1" destOrd="0" parTransId="{782A2E33-CB9C-4CE1-9DE8-07E6662678C8}" sibTransId="{6868CDAB-D5B3-4161-B6D3-F6B91A74B4A6}"/>
    <dgm:cxn modelId="{381535B8-B4A0-7E4E-9A0E-17E23F6440E9}" type="presOf" srcId="{B3BDAE21-CEAD-4610-8A79-70E9420A4B70}" destId="{3E1D9ADC-5355-654A-A7A9-55203A11176D}" srcOrd="0" destOrd="0" presId="urn:microsoft.com/office/officeart/2008/layout/LinedList"/>
    <dgm:cxn modelId="{6620D8BA-F193-4481-B16E-0EEF201A5569}" srcId="{5DC647D0-3099-4E69-A3C6-2CD3B742C98E}" destId="{B3BDAE21-CEAD-4610-8A79-70E9420A4B70}" srcOrd="2" destOrd="0" parTransId="{C590566D-F537-4818-B67F-2F64E258375F}" sibTransId="{A990CE6E-8C6C-4591-AB02-58009639D522}"/>
    <dgm:cxn modelId="{4BE92DDB-0135-412D-AAEA-16781399D474}" srcId="{5DC647D0-3099-4E69-A3C6-2CD3B742C98E}" destId="{3889E1B5-7538-4200-80F4-AE28E254C5F1}" srcOrd="4" destOrd="0" parTransId="{AD752133-F4FD-45F3-8F5C-15EBF6D958B2}" sibTransId="{5A9D56FA-B7E9-4CBA-81CA-B80E4472CFB0}"/>
    <dgm:cxn modelId="{5EFAD1EC-D78C-4F9B-A4F0-198D22D41657}" srcId="{5DC647D0-3099-4E69-A3C6-2CD3B742C98E}" destId="{5F2DA2DF-A575-43B3-8AC0-FBF2C82B44B2}" srcOrd="0" destOrd="0" parTransId="{424F1910-4523-4778-94D9-EC3B48AEF92C}" sibTransId="{0882D1EA-2DA4-4BC1-860E-6436E98282BB}"/>
    <dgm:cxn modelId="{12AE04F9-82DC-A943-A9A6-6FF2AE221F2D}" type="presOf" srcId="{3889E1B5-7538-4200-80F4-AE28E254C5F1}" destId="{BF5D546A-41BB-B14F-AE65-E991387B5190}" srcOrd="0" destOrd="0" presId="urn:microsoft.com/office/officeart/2008/layout/LinedList"/>
    <dgm:cxn modelId="{6F8D69FF-E6C4-BE42-B69F-CF4744455E52}" type="presOf" srcId="{94D5FE82-D49E-4BA0-A1E1-7BA9851F103D}" destId="{67C5A0D5-0C9E-EB4C-BFE3-22D8F5DD781B}" srcOrd="0" destOrd="0" presId="urn:microsoft.com/office/officeart/2008/layout/LinedList"/>
    <dgm:cxn modelId="{AB0B10F2-E1BB-AC4D-9169-C056570A7D15}" type="presParOf" srcId="{C12EA611-3BC5-4A42-ADC9-3656B5F0A77E}" destId="{23454AD5-41A2-A445-9719-E47EDCFB45E9}" srcOrd="0" destOrd="0" presId="urn:microsoft.com/office/officeart/2008/layout/LinedList"/>
    <dgm:cxn modelId="{446C1990-81EF-7348-A521-825A1E5D6633}" type="presParOf" srcId="{C12EA611-3BC5-4A42-ADC9-3656B5F0A77E}" destId="{322E037E-7BBF-6946-AD15-B2CE7A23AE8D}" srcOrd="1" destOrd="0" presId="urn:microsoft.com/office/officeart/2008/layout/LinedList"/>
    <dgm:cxn modelId="{80F428DA-4C06-9A49-82AC-E07A464E1ADB}" type="presParOf" srcId="{322E037E-7BBF-6946-AD15-B2CE7A23AE8D}" destId="{E4648EF3-4E68-FE4D-BE14-2D5F8DE7F055}" srcOrd="0" destOrd="0" presId="urn:microsoft.com/office/officeart/2008/layout/LinedList"/>
    <dgm:cxn modelId="{665EAFB4-4204-454F-B55C-4BAA363019B6}" type="presParOf" srcId="{322E037E-7BBF-6946-AD15-B2CE7A23AE8D}" destId="{63316F8B-C5BD-344D-9DCC-511FA96033A6}" srcOrd="1" destOrd="0" presId="urn:microsoft.com/office/officeart/2008/layout/LinedList"/>
    <dgm:cxn modelId="{DDC89ABC-05B1-2245-BDED-C612AB9D46ED}" type="presParOf" srcId="{C12EA611-3BC5-4A42-ADC9-3656B5F0A77E}" destId="{1E65DA57-35AF-B049-8BE1-B4DCC3038836}" srcOrd="2" destOrd="0" presId="urn:microsoft.com/office/officeart/2008/layout/LinedList"/>
    <dgm:cxn modelId="{485781B1-10DB-7C42-9DFC-A03AB2E95003}" type="presParOf" srcId="{C12EA611-3BC5-4A42-ADC9-3656B5F0A77E}" destId="{844DFBCA-9EBD-E348-BEDC-170206A6563B}" srcOrd="3" destOrd="0" presId="urn:microsoft.com/office/officeart/2008/layout/LinedList"/>
    <dgm:cxn modelId="{DAABA529-A9D4-5547-BFF0-1858A07EC2D0}" type="presParOf" srcId="{844DFBCA-9EBD-E348-BEDC-170206A6563B}" destId="{5A0FE9B8-B663-E540-B087-D0E6ECC7B742}" srcOrd="0" destOrd="0" presId="urn:microsoft.com/office/officeart/2008/layout/LinedList"/>
    <dgm:cxn modelId="{EAEFAC06-E1D3-744E-B3FD-045A715CEBD6}" type="presParOf" srcId="{844DFBCA-9EBD-E348-BEDC-170206A6563B}" destId="{A7C4AC04-D138-0B49-BE22-E4F8BF2B0CB2}" srcOrd="1" destOrd="0" presId="urn:microsoft.com/office/officeart/2008/layout/LinedList"/>
    <dgm:cxn modelId="{095CCE57-F057-9143-B37E-2AC26C8F55B2}" type="presParOf" srcId="{C12EA611-3BC5-4A42-ADC9-3656B5F0A77E}" destId="{5C6DAF84-7B9B-804A-BA8E-B78730C67AB7}" srcOrd="4" destOrd="0" presId="urn:microsoft.com/office/officeart/2008/layout/LinedList"/>
    <dgm:cxn modelId="{AA02C8D4-B6AF-E849-9ADB-11C45364712C}" type="presParOf" srcId="{C12EA611-3BC5-4A42-ADC9-3656B5F0A77E}" destId="{32144C97-672F-CC40-8F4E-F0F4A1D1672E}" srcOrd="5" destOrd="0" presId="urn:microsoft.com/office/officeart/2008/layout/LinedList"/>
    <dgm:cxn modelId="{C5280AA5-7F3B-4B46-BF24-B292E8704F73}" type="presParOf" srcId="{32144C97-672F-CC40-8F4E-F0F4A1D1672E}" destId="{3E1D9ADC-5355-654A-A7A9-55203A11176D}" srcOrd="0" destOrd="0" presId="urn:microsoft.com/office/officeart/2008/layout/LinedList"/>
    <dgm:cxn modelId="{EB5DDC35-3D70-BE42-BEC2-D04C62C7627F}" type="presParOf" srcId="{32144C97-672F-CC40-8F4E-F0F4A1D1672E}" destId="{25DC07F9-5E8A-E14F-B7A8-281F60B4A948}" srcOrd="1" destOrd="0" presId="urn:microsoft.com/office/officeart/2008/layout/LinedList"/>
    <dgm:cxn modelId="{C049ED67-D1E5-4640-B69A-3F99FD9600C5}" type="presParOf" srcId="{C12EA611-3BC5-4A42-ADC9-3656B5F0A77E}" destId="{95EF5BEE-5ADB-8E4A-ADF1-AF091F486186}" srcOrd="6" destOrd="0" presId="urn:microsoft.com/office/officeart/2008/layout/LinedList"/>
    <dgm:cxn modelId="{FE54DD82-A0DF-1F4D-A5F4-AEE509D991F1}" type="presParOf" srcId="{C12EA611-3BC5-4A42-ADC9-3656B5F0A77E}" destId="{097AF5A7-32BA-544D-AADA-08653BBEC7BB}" srcOrd="7" destOrd="0" presId="urn:microsoft.com/office/officeart/2008/layout/LinedList"/>
    <dgm:cxn modelId="{B4D7E85D-78CF-DB4C-8E80-7BFE9FCDAD34}" type="presParOf" srcId="{097AF5A7-32BA-544D-AADA-08653BBEC7BB}" destId="{67C5A0D5-0C9E-EB4C-BFE3-22D8F5DD781B}" srcOrd="0" destOrd="0" presId="urn:microsoft.com/office/officeart/2008/layout/LinedList"/>
    <dgm:cxn modelId="{565E02BF-CC3E-994B-AADF-72F0FD6CC69F}" type="presParOf" srcId="{097AF5A7-32BA-544D-AADA-08653BBEC7BB}" destId="{43C71996-2D35-7543-BFFC-8E64F922DFAC}" srcOrd="1" destOrd="0" presId="urn:microsoft.com/office/officeart/2008/layout/LinedList"/>
    <dgm:cxn modelId="{0ED942AB-ADFA-014B-AD41-CF827E3D1BB4}" type="presParOf" srcId="{C12EA611-3BC5-4A42-ADC9-3656B5F0A77E}" destId="{3574AC2F-86D3-7A43-BDE3-D241B396CCEA}" srcOrd="8" destOrd="0" presId="urn:microsoft.com/office/officeart/2008/layout/LinedList"/>
    <dgm:cxn modelId="{6917D3BC-B062-7D4A-9500-E54BD00DD0EE}" type="presParOf" srcId="{C12EA611-3BC5-4A42-ADC9-3656B5F0A77E}" destId="{99F0559D-1662-164D-8CF9-9FAF417C7F8E}" srcOrd="9" destOrd="0" presId="urn:microsoft.com/office/officeart/2008/layout/LinedList"/>
    <dgm:cxn modelId="{6200B78B-F88B-3C49-B709-B7DEB3E574E3}" type="presParOf" srcId="{99F0559D-1662-164D-8CF9-9FAF417C7F8E}" destId="{BF5D546A-41BB-B14F-AE65-E991387B5190}" srcOrd="0" destOrd="0" presId="urn:microsoft.com/office/officeart/2008/layout/LinedList"/>
    <dgm:cxn modelId="{3E5552D3-40E5-CD43-8113-914731CE68BF}" type="presParOf" srcId="{99F0559D-1662-164D-8CF9-9FAF417C7F8E}" destId="{FE71DA91-1EEE-D24D-8E25-BEA5A3A73103}" srcOrd="1" destOrd="0" presId="urn:microsoft.com/office/officeart/2008/layout/LinedList"/>
    <dgm:cxn modelId="{BDB2F7FB-1169-DA43-AC96-6B3E39DCE8F8}" type="presParOf" srcId="{C12EA611-3BC5-4A42-ADC9-3656B5F0A77E}" destId="{9B709EA7-E1B7-F344-A17C-837A5FD70CF2}" srcOrd="10" destOrd="0" presId="urn:microsoft.com/office/officeart/2008/layout/LinedList"/>
    <dgm:cxn modelId="{8228BF48-57D8-DE42-BCEB-5D7FC7BCE014}" type="presParOf" srcId="{C12EA611-3BC5-4A42-ADC9-3656B5F0A77E}" destId="{B3F54A32-5F0A-3C44-801E-C2F59CBBED3C}" srcOrd="11" destOrd="0" presId="urn:microsoft.com/office/officeart/2008/layout/LinedList"/>
    <dgm:cxn modelId="{F2EA1FB0-3E50-4246-BF1D-2EC55E9F953E}" type="presParOf" srcId="{B3F54A32-5F0A-3C44-801E-C2F59CBBED3C}" destId="{D99FAB9D-1328-484C-B869-39C8AE5D40D5}" srcOrd="0" destOrd="0" presId="urn:microsoft.com/office/officeart/2008/layout/LinedList"/>
    <dgm:cxn modelId="{04804E64-FE8D-064E-8ABF-84CC5C61F1B3}" type="presParOf" srcId="{B3F54A32-5F0A-3C44-801E-C2F59CBBED3C}" destId="{0D4039E5-845A-1C40-A8A9-7AB48B01B803}" srcOrd="1" destOrd="0" presId="urn:microsoft.com/office/officeart/2008/layout/LinedList"/>
    <dgm:cxn modelId="{8A8CBB55-DC1F-3043-97DB-51710472247B}" type="presParOf" srcId="{C12EA611-3BC5-4A42-ADC9-3656B5F0A77E}" destId="{A015B983-9688-0C42-802A-9AC49473EE9B}" srcOrd="12" destOrd="0" presId="urn:microsoft.com/office/officeart/2008/layout/LinedList"/>
    <dgm:cxn modelId="{61346D71-C921-544B-BF66-664B9EED7E19}" type="presParOf" srcId="{C12EA611-3BC5-4A42-ADC9-3656B5F0A77E}" destId="{FB2EA0D4-B614-4049-A314-1A5D4551F990}" srcOrd="13" destOrd="0" presId="urn:microsoft.com/office/officeart/2008/layout/LinedList"/>
    <dgm:cxn modelId="{59FADB4F-1499-CD44-8A40-90CAA4089D2E}" type="presParOf" srcId="{FB2EA0D4-B614-4049-A314-1A5D4551F990}" destId="{9BBB45AB-8BD2-494C-9EAC-F7C98D470812}" srcOrd="0" destOrd="0" presId="urn:microsoft.com/office/officeart/2008/layout/LinedList"/>
    <dgm:cxn modelId="{E60307D0-0B74-874B-A967-674FB6ED250E}" type="presParOf" srcId="{FB2EA0D4-B614-4049-A314-1A5D4551F990}" destId="{06927D5A-9603-964D-A1E5-BDF3EFB68E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1EF5B4-4FC7-4E1A-A79E-E41606009F14}">
      <dsp:nvSpPr>
        <dsp:cNvPr id="0" name=""/>
        <dsp:cNvSpPr/>
      </dsp:nvSpPr>
      <dsp:spPr>
        <a:xfrm>
          <a:off x="0" y="459"/>
          <a:ext cx="11156950" cy="107606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D1180-AF82-413F-B3FB-C9F1B52ED037}">
      <dsp:nvSpPr>
        <dsp:cNvPr id="0" name=""/>
        <dsp:cNvSpPr/>
      </dsp:nvSpPr>
      <dsp:spPr>
        <a:xfrm>
          <a:off x="325508" y="242573"/>
          <a:ext cx="591834" cy="5918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C52A8-E548-4923-B7BF-785374633AFA}">
      <dsp:nvSpPr>
        <dsp:cNvPr id="0" name=""/>
        <dsp:cNvSpPr/>
      </dsp:nvSpPr>
      <dsp:spPr>
        <a:xfrm>
          <a:off x="1242852" y="459"/>
          <a:ext cx="9914097" cy="107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3" tIns="113883" rIns="113883" bIns="11388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1. Logistic Regression</a:t>
          </a:r>
          <a:endParaRPr lang="en-US" sz="1800" kern="1200"/>
        </a:p>
      </dsp:txBody>
      <dsp:txXfrm>
        <a:off x="1242852" y="459"/>
        <a:ext cx="9914097" cy="1076062"/>
      </dsp:txXfrm>
    </dsp:sp>
    <dsp:sp modelId="{15316DB2-3B82-4EB0-A45F-375FED0F3F07}">
      <dsp:nvSpPr>
        <dsp:cNvPr id="0" name=""/>
        <dsp:cNvSpPr/>
      </dsp:nvSpPr>
      <dsp:spPr>
        <a:xfrm>
          <a:off x="0" y="1345537"/>
          <a:ext cx="11156950" cy="107606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43D201-F940-4978-91FC-543F6F795A49}">
      <dsp:nvSpPr>
        <dsp:cNvPr id="0" name=""/>
        <dsp:cNvSpPr/>
      </dsp:nvSpPr>
      <dsp:spPr>
        <a:xfrm>
          <a:off x="325508" y="1587651"/>
          <a:ext cx="591834" cy="5918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5BD14-2E8D-4020-8042-46EE46B23E84}">
      <dsp:nvSpPr>
        <dsp:cNvPr id="0" name=""/>
        <dsp:cNvSpPr/>
      </dsp:nvSpPr>
      <dsp:spPr>
        <a:xfrm>
          <a:off x="1242852" y="1345537"/>
          <a:ext cx="9914097" cy="107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3" tIns="113883" rIns="113883" bIns="11388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The Approach:</a:t>
          </a:r>
          <a:r>
            <a:rPr lang="en-US" sz="1800" kern="1200"/>
            <a:t> I established a binomial logistic regression model. This was used to identify which specific variables—like activity_days and driving_days—have a statistically significant impact on churn.</a:t>
          </a:r>
        </a:p>
      </dsp:txBody>
      <dsp:txXfrm>
        <a:off x="1242852" y="1345537"/>
        <a:ext cx="9914097" cy="1076062"/>
      </dsp:txXfrm>
    </dsp:sp>
    <dsp:sp modelId="{FF86EBE8-FAED-484E-819C-8D0F7E4D4295}">
      <dsp:nvSpPr>
        <dsp:cNvPr id="0" name=""/>
        <dsp:cNvSpPr/>
      </dsp:nvSpPr>
      <dsp:spPr>
        <a:xfrm>
          <a:off x="0" y="2690615"/>
          <a:ext cx="11156950" cy="107606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4842B-3494-4BBF-9464-4055DDCACAA5}">
      <dsp:nvSpPr>
        <dsp:cNvPr id="0" name=""/>
        <dsp:cNvSpPr/>
      </dsp:nvSpPr>
      <dsp:spPr>
        <a:xfrm>
          <a:off x="325508" y="2932729"/>
          <a:ext cx="591834" cy="5918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2F57F-DA50-4CFA-9F0F-8DC9BB5CA1D9}">
      <dsp:nvSpPr>
        <dsp:cNvPr id="0" name=""/>
        <dsp:cNvSpPr/>
      </dsp:nvSpPr>
      <dsp:spPr>
        <a:xfrm>
          <a:off x="1242852" y="2690615"/>
          <a:ext cx="9914097" cy="107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3" tIns="113883" rIns="113883" bIns="11388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Key Finding:</a:t>
          </a:r>
          <a:r>
            <a:rPr lang="en-US" sz="1800" kern="1200"/>
            <a:t> The logistic model revealed that for every additional day a user is active in the app, the odds of churning decrease significantly. However, the model's overall recall was low, indicating that linear relationships alone couldn't catch all churners.</a:t>
          </a:r>
        </a:p>
      </dsp:txBody>
      <dsp:txXfrm>
        <a:off x="1242852" y="2690615"/>
        <a:ext cx="9914097" cy="10760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FDA63C-A59E-41F8-A936-3125CEDD287A}">
      <dsp:nvSpPr>
        <dsp:cNvPr id="0" name=""/>
        <dsp:cNvSpPr/>
      </dsp:nvSpPr>
      <dsp:spPr>
        <a:xfrm>
          <a:off x="0" y="3647"/>
          <a:ext cx="11155680" cy="8769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C5004E-0598-459D-A7C3-31B6C51981BE}">
      <dsp:nvSpPr>
        <dsp:cNvPr id="0" name=""/>
        <dsp:cNvSpPr/>
      </dsp:nvSpPr>
      <dsp:spPr>
        <a:xfrm>
          <a:off x="265277" y="200961"/>
          <a:ext cx="482323" cy="4823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E8ABBF-8D07-4126-899F-075DBF5084E1}">
      <dsp:nvSpPr>
        <dsp:cNvPr id="0" name=""/>
        <dsp:cNvSpPr/>
      </dsp:nvSpPr>
      <dsp:spPr>
        <a:xfrm>
          <a:off x="1012878" y="3647"/>
          <a:ext cx="10141811" cy="876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811" tIns="92811" rIns="92811" bIns="9281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2. Advanced Modeling (Random Forest &amp; XGBoost)</a:t>
          </a:r>
          <a:endParaRPr lang="en-US" sz="1800" kern="1200"/>
        </a:p>
      </dsp:txBody>
      <dsp:txXfrm>
        <a:off x="1012878" y="3647"/>
        <a:ext cx="10141811" cy="876951"/>
      </dsp:txXfrm>
    </dsp:sp>
    <dsp:sp modelId="{076A99C6-E915-4339-B5CC-E7F7E98F9BDD}">
      <dsp:nvSpPr>
        <dsp:cNvPr id="0" name=""/>
        <dsp:cNvSpPr/>
      </dsp:nvSpPr>
      <dsp:spPr>
        <a:xfrm>
          <a:off x="0" y="1099836"/>
          <a:ext cx="11155680" cy="8769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112C23-DA5A-4FAA-8A84-0F344EE8461E}">
      <dsp:nvSpPr>
        <dsp:cNvPr id="0" name=""/>
        <dsp:cNvSpPr/>
      </dsp:nvSpPr>
      <dsp:spPr>
        <a:xfrm>
          <a:off x="265277" y="1297150"/>
          <a:ext cx="482323" cy="4823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0B096-743C-4DCD-BDA0-D8B69F12FF38}">
      <dsp:nvSpPr>
        <dsp:cNvPr id="0" name=""/>
        <dsp:cNvSpPr/>
      </dsp:nvSpPr>
      <dsp:spPr>
        <a:xfrm>
          <a:off x="1012878" y="1099836"/>
          <a:ext cx="10141811" cy="876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811" tIns="92811" rIns="92811" bIns="9281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The Approach:</a:t>
          </a:r>
          <a:r>
            <a:rPr lang="en-US" sz="1800" kern="1200"/>
            <a:t> To improve on the baseline, we implemented ensemble models. We split the data into </a:t>
          </a:r>
          <a:r>
            <a:rPr lang="en-US" sz="1800" b="1" kern="1200"/>
            <a:t>Training, Validation, and Test</a:t>
          </a:r>
          <a:r>
            <a:rPr lang="en-US" sz="1800" kern="1200"/>
            <a:t> sets to ensure the model could generalize to new users.</a:t>
          </a:r>
        </a:p>
      </dsp:txBody>
      <dsp:txXfrm>
        <a:off x="1012878" y="1099836"/>
        <a:ext cx="10141811" cy="876951"/>
      </dsp:txXfrm>
    </dsp:sp>
    <dsp:sp modelId="{2C32A22A-37D6-4170-9DDA-41DBEB11D2FB}">
      <dsp:nvSpPr>
        <dsp:cNvPr id="0" name=""/>
        <dsp:cNvSpPr/>
      </dsp:nvSpPr>
      <dsp:spPr>
        <a:xfrm>
          <a:off x="0" y="2196025"/>
          <a:ext cx="11155680" cy="15644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E06BA-2EB8-4874-857E-0A5681FBBAD9}">
      <dsp:nvSpPr>
        <dsp:cNvPr id="0" name=""/>
        <dsp:cNvSpPr/>
      </dsp:nvSpPr>
      <dsp:spPr>
        <a:xfrm>
          <a:off x="265277" y="2737095"/>
          <a:ext cx="482323" cy="4823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DFA28-A05F-47A2-A8C7-CCD8E00EBD26}">
      <dsp:nvSpPr>
        <dsp:cNvPr id="0" name=""/>
        <dsp:cNvSpPr/>
      </dsp:nvSpPr>
      <dsp:spPr>
        <a:xfrm>
          <a:off x="1012878" y="2539781"/>
          <a:ext cx="5020056" cy="876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811" tIns="92811" rIns="92811" bIns="9281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Feature Engineering:</a:t>
          </a:r>
          <a:r>
            <a:rPr lang="en-US" sz="1800" kern="1200"/>
            <a:t> We added "intensity" metrics to give the model more context:</a:t>
          </a:r>
        </a:p>
      </dsp:txBody>
      <dsp:txXfrm>
        <a:off x="1012878" y="2539781"/>
        <a:ext cx="5020056" cy="876951"/>
      </dsp:txXfrm>
    </dsp:sp>
    <dsp:sp modelId="{E028C189-C83E-4345-B95A-FF04026E0522}">
      <dsp:nvSpPr>
        <dsp:cNvPr id="0" name=""/>
        <dsp:cNvSpPr/>
      </dsp:nvSpPr>
      <dsp:spPr>
        <a:xfrm>
          <a:off x="6032934" y="2539781"/>
          <a:ext cx="5121755" cy="876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811" tIns="92811" rIns="92811" bIns="9281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km_per_driving_day</a:t>
          </a:r>
          <a:r>
            <a:rPr lang="en-US" sz="1100" kern="1200"/>
            <a:t>: Distinguishes between long-distance commuters and short-trip casual users.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/>
            <a:t>professional_driver</a:t>
          </a:r>
          <a:r>
            <a:rPr lang="en-US" sz="1100" kern="1200" dirty="0"/>
            <a:t>: A binary indicator for high-volume users (60+ drives and 15+ days active).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percent_sessions_in_last_month</a:t>
          </a:r>
          <a:r>
            <a:rPr lang="en-US" sz="1100" kern="1200"/>
            <a:t>: Measures if a user’s engagement is increasing or decreasing relative to their history.</a:t>
          </a:r>
        </a:p>
      </dsp:txBody>
      <dsp:txXfrm>
        <a:off x="6032934" y="2539781"/>
        <a:ext cx="5121755" cy="8769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A9B53-C35C-4316-AA7A-7AEF78DC2190}">
      <dsp:nvSpPr>
        <dsp:cNvPr id="0" name=""/>
        <dsp:cNvSpPr/>
      </dsp:nvSpPr>
      <dsp:spPr>
        <a:xfrm>
          <a:off x="23569" y="1148346"/>
          <a:ext cx="1470634" cy="14706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43AE0-307E-4885-8F89-1E9BE7380B95}">
      <dsp:nvSpPr>
        <dsp:cNvPr id="0" name=""/>
        <dsp:cNvSpPr/>
      </dsp:nvSpPr>
      <dsp:spPr>
        <a:xfrm>
          <a:off x="332402" y="1457180"/>
          <a:ext cx="852967" cy="8529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5AB1A-E99F-4856-A85B-7EA08DABEC17}">
      <dsp:nvSpPr>
        <dsp:cNvPr id="0" name=""/>
        <dsp:cNvSpPr/>
      </dsp:nvSpPr>
      <dsp:spPr>
        <a:xfrm>
          <a:off x="1809339" y="1148346"/>
          <a:ext cx="3466494" cy="147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The "Spam" Risk:</a:t>
          </a:r>
          <a:r>
            <a:rPr lang="en-US" sz="1500" b="0" i="0" kern="1200" baseline="0"/>
            <a:t> We identified that a high false-positive rate could lead to "notification fatigue." If Waze proactively targets users with "Come back!" messages too early, it might actually annoy them into deleting the app.</a:t>
          </a:r>
          <a:endParaRPr lang="en-US" sz="1500" kern="1200"/>
        </a:p>
      </dsp:txBody>
      <dsp:txXfrm>
        <a:off x="1809339" y="1148346"/>
        <a:ext cx="3466494" cy="1470634"/>
      </dsp:txXfrm>
    </dsp:sp>
    <dsp:sp modelId="{391FFC9A-AFD9-4AE3-B1BC-9E393C3FE50F}">
      <dsp:nvSpPr>
        <dsp:cNvPr id="0" name=""/>
        <dsp:cNvSpPr/>
      </dsp:nvSpPr>
      <dsp:spPr>
        <a:xfrm>
          <a:off x="5879845" y="1148346"/>
          <a:ext cx="1470634" cy="14706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C92C63-999C-4F11-A309-644C3F48ACF6}">
      <dsp:nvSpPr>
        <dsp:cNvPr id="0" name=""/>
        <dsp:cNvSpPr/>
      </dsp:nvSpPr>
      <dsp:spPr>
        <a:xfrm>
          <a:off x="6188678" y="1457180"/>
          <a:ext cx="852967" cy="8529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D3A54-E0B2-47BA-909B-8A2BBD3DF08B}">
      <dsp:nvSpPr>
        <dsp:cNvPr id="0" name=""/>
        <dsp:cNvSpPr/>
      </dsp:nvSpPr>
      <dsp:spPr>
        <a:xfrm>
          <a:off x="7665615" y="1148346"/>
          <a:ext cx="3466494" cy="147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Data Limitations:</a:t>
          </a:r>
          <a:r>
            <a:rPr lang="en-US" sz="1500" b="0" i="0" kern="1200" baseline="0" dirty="0"/>
            <a:t> The details show that while the models are mathematically sound, churn is often driven by external factors (e.g., a new road opening, gas prices, app technical performance) not currently in the dataset.</a:t>
          </a:r>
          <a:endParaRPr lang="en-US" sz="1500" kern="1200" dirty="0"/>
        </a:p>
      </dsp:txBody>
      <dsp:txXfrm>
        <a:off x="7665615" y="1148346"/>
        <a:ext cx="3466494" cy="14706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54AD5-41A2-A445-9719-E47EDCFB45E9}">
      <dsp:nvSpPr>
        <dsp:cNvPr id="0" name=""/>
        <dsp:cNvSpPr/>
      </dsp:nvSpPr>
      <dsp:spPr>
        <a:xfrm>
          <a:off x="0" y="420"/>
          <a:ext cx="52669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48EF3-4E68-FE4D-BE14-2D5F8DE7F055}">
      <dsp:nvSpPr>
        <dsp:cNvPr id="0" name=""/>
        <dsp:cNvSpPr/>
      </dsp:nvSpPr>
      <dsp:spPr>
        <a:xfrm>
          <a:off x="0" y="420"/>
          <a:ext cx="5266944" cy="492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Recency-weighted features</a:t>
          </a:r>
        </a:p>
      </dsp:txBody>
      <dsp:txXfrm>
        <a:off x="0" y="420"/>
        <a:ext cx="5266944" cy="492349"/>
      </dsp:txXfrm>
    </dsp:sp>
    <dsp:sp modelId="{1E65DA57-35AF-B049-8BE1-B4DCC3038836}">
      <dsp:nvSpPr>
        <dsp:cNvPr id="0" name=""/>
        <dsp:cNvSpPr/>
      </dsp:nvSpPr>
      <dsp:spPr>
        <a:xfrm>
          <a:off x="0" y="492770"/>
          <a:ext cx="52669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0FE9B8-B663-E540-B087-D0E6ECC7B742}">
      <dsp:nvSpPr>
        <dsp:cNvPr id="0" name=""/>
        <dsp:cNvSpPr/>
      </dsp:nvSpPr>
      <dsp:spPr>
        <a:xfrm>
          <a:off x="0" y="492770"/>
          <a:ext cx="5266944" cy="492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Feature intersections / Interaction terms</a:t>
          </a:r>
        </a:p>
      </dsp:txBody>
      <dsp:txXfrm>
        <a:off x="0" y="492770"/>
        <a:ext cx="5266944" cy="492349"/>
      </dsp:txXfrm>
    </dsp:sp>
    <dsp:sp modelId="{5C6DAF84-7B9B-804A-BA8E-B78730C67AB7}">
      <dsp:nvSpPr>
        <dsp:cNvPr id="0" name=""/>
        <dsp:cNvSpPr/>
      </dsp:nvSpPr>
      <dsp:spPr>
        <a:xfrm>
          <a:off x="0" y="985119"/>
          <a:ext cx="52669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D9ADC-5355-654A-A7A9-55203A11176D}">
      <dsp:nvSpPr>
        <dsp:cNvPr id="0" name=""/>
        <dsp:cNvSpPr/>
      </dsp:nvSpPr>
      <dsp:spPr>
        <a:xfrm>
          <a:off x="0" y="985119"/>
          <a:ext cx="5266944" cy="492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Macroeconomic indicators (Gas price fluctuations)</a:t>
          </a:r>
        </a:p>
      </dsp:txBody>
      <dsp:txXfrm>
        <a:off x="0" y="985119"/>
        <a:ext cx="5266944" cy="492349"/>
      </dsp:txXfrm>
    </dsp:sp>
    <dsp:sp modelId="{95EF5BEE-5ADB-8E4A-ADF1-AF091F486186}">
      <dsp:nvSpPr>
        <dsp:cNvPr id="0" name=""/>
        <dsp:cNvSpPr/>
      </dsp:nvSpPr>
      <dsp:spPr>
        <a:xfrm>
          <a:off x="0" y="1477469"/>
          <a:ext cx="52669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5A0D5-0C9E-EB4C-BFE3-22D8F5DD781B}">
      <dsp:nvSpPr>
        <dsp:cNvPr id="0" name=""/>
        <dsp:cNvSpPr/>
      </dsp:nvSpPr>
      <dsp:spPr>
        <a:xfrm>
          <a:off x="0" y="1477469"/>
          <a:ext cx="5266944" cy="492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Competitive landscape analysis</a:t>
          </a:r>
        </a:p>
      </dsp:txBody>
      <dsp:txXfrm>
        <a:off x="0" y="1477469"/>
        <a:ext cx="5266944" cy="492349"/>
      </dsp:txXfrm>
    </dsp:sp>
    <dsp:sp modelId="{3574AC2F-86D3-7A43-BDE3-D241B396CCEA}">
      <dsp:nvSpPr>
        <dsp:cNvPr id="0" name=""/>
        <dsp:cNvSpPr/>
      </dsp:nvSpPr>
      <dsp:spPr>
        <a:xfrm>
          <a:off x="0" y="1969818"/>
          <a:ext cx="52669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D546A-41BB-B14F-AE65-E991387B5190}">
      <dsp:nvSpPr>
        <dsp:cNvPr id="0" name=""/>
        <dsp:cNvSpPr/>
      </dsp:nvSpPr>
      <dsp:spPr>
        <a:xfrm>
          <a:off x="0" y="1969818"/>
          <a:ext cx="5266944" cy="492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Seasonality adjustments</a:t>
          </a:r>
        </a:p>
      </dsp:txBody>
      <dsp:txXfrm>
        <a:off x="0" y="1969818"/>
        <a:ext cx="5266944" cy="492349"/>
      </dsp:txXfrm>
    </dsp:sp>
    <dsp:sp modelId="{9B709EA7-E1B7-F344-A17C-837A5FD70CF2}">
      <dsp:nvSpPr>
        <dsp:cNvPr id="0" name=""/>
        <dsp:cNvSpPr/>
      </dsp:nvSpPr>
      <dsp:spPr>
        <a:xfrm>
          <a:off x="0" y="2462168"/>
          <a:ext cx="52669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9FAB9D-1328-484C-B869-39C8AE5D40D5}">
      <dsp:nvSpPr>
        <dsp:cNvPr id="0" name=""/>
        <dsp:cNvSpPr/>
      </dsp:nvSpPr>
      <dsp:spPr>
        <a:xfrm>
          <a:off x="0" y="2462168"/>
          <a:ext cx="5266944" cy="492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Class imbalance handling &amp; model stacking</a:t>
          </a:r>
        </a:p>
      </dsp:txBody>
      <dsp:txXfrm>
        <a:off x="0" y="2462168"/>
        <a:ext cx="5266944" cy="492349"/>
      </dsp:txXfrm>
    </dsp:sp>
    <dsp:sp modelId="{A015B983-9688-0C42-802A-9AC49473EE9B}">
      <dsp:nvSpPr>
        <dsp:cNvPr id="0" name=""/>
        <dsp:cNvSpPr/>
      </dsp:nvSpPr>
      <dsp:spPr>
        <a:xfrm>
          <a:off x="0" y="2954517"/>
          <a:ext cx="52669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B45AB-8BD2-494C-9EAC-F7C98D470812}">
      <dsp:nvSpPr>
        <dsp:cNvPr id="0" name=""/>
        <dsp:cNvSpPr/>
      </dsp:nvSpPr>
      <dsp:spPr>
        <a:xfrm>
          <a:off x="0" y="2954517"/>
          <a:ext cx="5266944" cy="492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Technical telemetry &amp; granular behavioral data</a:t>
          </a:r>
        </a:p>
      </dsp:txBody>
      <dsp:txXfrm>
        <a:off x="0" y="2954517"/>
        <a:ext cx="5266944" cy="492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25E6F-C992-F442-9597-7A92E3C4C37D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C4571-BC38-E748-8E16-CBC3D5E7A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9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9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3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16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83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97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17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27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9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8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40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79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4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949FA-098F-2FB2-852A-7E1A6EF1F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3"/>
            <a:ext cx="3465681" cy="2916472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Why Waze users churn?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DBC76-4E6E-8FE2-DCD0-1C9995889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4078794"/>
            <a:ext cx="3465681" cy="1900842"/>
          </a:xfrm>
        </p:spPr>
        <p:txBody>
          <a:bodyPr anchor="t">
            <a:normAutofit/>
          </a:bodyPr>
          <a:lstStyle/>
          <a:p>
            <a:r>
              <a:rPr lang="en-US"/>
              <a:t>Machine learning models and logistic regression-based analysis</a:t>
            </a:r>
          </a:p>
        </p:txBody>
      </p:sp>
      <p:pic>
        <p:nvPicPr>
          <p:cNvPr id="7" name="Picture 6" descr="A group of round icons with a smiley face&#10;&#10;AI-generated content may be incorrect.">
            <a:extLst>
              <a:ext uri="{FF2B5EF4-FFF2-40B4-BE49-F238E27FC236}">
                <a16:creationId xmlns:a16="http://schemas.microsoft.com/office/drawing/2014/main" id="{F3697892-8902-45E1-33C5-92E61AF4D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996" y="1130254"/>
            <a:ext cx="7311136" cy="4496347"/>
          </a:xfrm>
          <a:prstGeom prst="rect">
            <a:avLst/>
          </a:prstGeom>
        </p:spPr>
      </p:pic>
      <p:sp>
        <p:nvSpPr>
          <p:cNvPr id="37" name="Freeform: Shape 31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1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7A4A0-2C43-8096-6B36-875CCACE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160" y="978408"/>
            <a:ext cx="4745736" cy="1463040"/>
          </a:xfrm>
        </p:spPr>
        <p:txBody>
          <a:bodyPr>
            <a:normAutofit/>
          </a:bodyPr>
          <a:lstStyle/>
          <a:p>
            <a:r>
              <a:rPr lang="en-US" dirty="0"/>
              <a:t>Overview</a:t>
            </a:r>
          </a:p>
        </p:txBody>
      </p:sp>
      <p:pic>
        <p:nvPicPr>
          <p:cNvPr id="5" name="Content Placeholder 4" descr="A group of cartoon characters&#10;&#10;AI-generated content may be incorrect.">
            <a:extLst>
              <a:ext uri="{FF2B5EF4-FFF2-40B4-BE49-F238E27FC236}">
                <a16:creationId xmlns:a16="http://schemas.microsoft.com/office/drawing/2014/main" id="{A26C3341-43A7-9275-7B26-2C72FBE301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71" r="23826" b="1"/>
          <a:stretch>
            <a:fillRect/>
          </a:stretch>
        </p:blipFill>
        <p:spPr>
          <a:xfrm>
            <a:off x="517868" y="508090"/>
            <a:ext cx="5705856" cy="5846990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6407" y="508090"/>
            <a:ext cx="4660733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F5BF5F-1613-49C0-9993-F85127FB1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5160" y="2578608"/>
            <a:ext cx="4672584" cy="3767328"/>
          </a:xfrm>
        </p:spPr>
        <p:txBody>
          <a:bodyPr>
            <a:normAutofit/>
          </a:bodyPr>
          <a:lstStyle/>
          <a:p>
            <a:r>
              <a:rPr lang="en-US" dirty="0"/>
              <a:t>Identify patterns that lead to user churn. </a:t>
            </a:r>
          </a:p>
          <a:p>
            <a:r>
              <a:rPr lang="en-US" dirty="0"/>
              <a:t>By leveraging a dataset of 14,999 users, I developed machine learning models to predict which users are likely to stop using the Waze app, allowing for targeted retention strategies.</a:t>
            </a:r>
          </a:p>
          <a:p>
            <a:r>
              <a:rPr lang="en-US" dirty="0"/>
              <a:t>Driving frequency is the biggest predictor.</a:t>
            </a:r>
          </a:p>
        </p:txBody>
      </p:sp>
    </p:spTree>
    <p:extLst>
      <p:ext uri="{BB962C8B-B14F-4D97-AF65-F5344CB8AC3E}">
        <p14:creationId xmlns:p14="http://schemas.microsoft.com/office/powerpoint/2010/main" val="165352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AFD7C822-6571-1CA4-56D2-AB0B1C4EAA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5708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508F7DC-CA28-4ACE-AF79-D7E98ED1B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B20218-A500-457C-B65C-F3D198B1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20C96-A0AD-A6E6-C058-D95E1C3B0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8686796" cy="23342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>
                <a:solidFill>
                  <a:srgbClr val="FFFFFF"/>
                </a:solidFill>
              </a:rPr>
              <a:t>Pro</a:t>
            </a:r>
            <a:r>
              <a:rPr lang="en-US" altLang="zh-CN" sz="7200">
                <a:solidFill>
                  <a:srgbClr val="FFFFFF"/>
                </a:solidFill>
              </a:rPr>
              <a:t>blem</a:t>
            </a:r>
            <a:endParaRPr lang="en-US" sz="7200">
              <a:solidFill>
                <a:srgbClr val="FFFFF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04159-17DC-3246-CDA7-9F6574BB705D}"/>
              </a:ext>
            </a:extLst>
          </p:cNvPr>
          <p:cNvSpPr txBox="1"/>
          <p:nvPr/>
        </p:nvSpPr>
        <p:spPr>
          <a:xfrm>
            <a:off x="6516914" y="1640114"/>
            <a:ext cx="51541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Challenge: Waze faces difficulties in distinguishing between casual users and those at high risk of churning.</a:t>
            </a:r>
          </a:p>
          <a:p>
            <a:endParaRPr lang="en-US" dirty="0"/>
          </a:p>
          <a:p>
            <a:r>
              <a:rPr lang="en-US" dirty="0"/>
              <a:t>The core problem is identifying more complex behavioral “tipping points”.</a:t>
            </a:r>
          </a:p>
        </p:txBody>
      </p:sp>
    </p:spTree>
    <p:extLst>
      <p:ext uri="{BB962C8B-B14F-4D97-AF65-F5344CB8AC3E}">
        <p14:creationId xmlns:p14="http://schemas.microsoft.com/office/powerpoint/2010/main" val="3599872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C32CD27-7027-AB2B-38F1-71C08EB8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C6646-CC24-CC18-11A0-6EB4565B2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536" y="978408"/>
            <a:ext cx="623620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</a:t>
            </a:r>
          </a:p>
        </p:txBody>
      </p:sp>
      <p:pic>
        <p:nvPicPr>
          <p:cNvPr id="5" name="Picture 4" descr="A yellow puzzle piece completing a black puzzle">
            <a:extLst>
              <a:ext uri="{FF2B5EF4-FFF2-40B4-BE49-F238E27FC236}">
                <a16:creationId xmlns:a16="http://schemas.microsoft.com/office/drawing/2014/main" id="{3ED4DD7D-ECD9-E2FC-0348-7BD37FD69D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80" r="37948" b="1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6DD38CD-CFFE-4ABA-3DC8-01ED90559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88C1F-390C-281B-0AC7-3B88FCB5D123}"/>
              </a:ext>
            </a:extLst>
          </p:cNvPr>
          <p:cNvSpPr txBox="1"/>
          <p:nvPr/>
        </p:nvSpPr>
        <p:spPr>
          <a:xfrm>
            <a:off x="5431536" y="2578608"/>
            <a:ext cx="623620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i="1"/>
              <a:t>I implemented logistic regression and two ensemble tree-based models: Random Forest and XGBoost.</a:t>
            </a:r>
          </a:p>
          <a:p>
            <a:pPr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i="1"/>
              <a:t>To boost performance, I engineered new features like km_per_driving_day and percent_sessions_in_last_month to better represent user intensity and recent engagement levels.</a:t>
            </a:r>
          </a:p>
        </p:txBody>
      </p:sp>
    </p:spTree>
    <p:extLst>
      <p:ext uri="{BB962C8B-B14F-4D97-AF65-F5344CB8AC3E}">
        <p14:creationId xmlns:p14="http://schemas.microsoft.com/office/powerpoint/2010/main" val="358921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B5998-3B16-05FA-1DE3-98C4ACAD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Details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988456B-0A5E-1C48-FC02-8A887353D5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7694909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7298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03B61-CD4A-3302-7120-6E739160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 (</a:t>
            </a:r>
            <a:r>
              <a:rPr lang="en-US" dirty="0" err="1"/>
              <a:t>conti</a:t>
            </a:r>
            <a:r>
              <a:rPr lang="en-US" dirty="0"/>
              <a:t>.)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84F9BE-41E2-268C-D06B-FBAE10893A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168122"/>
              </p:ext>
            </p:extLst>
          </p:nvPr>
        </p:nvGraphicFramePr>
        <p:xfrm>
          <a:off x="521208" y="2578608"/>
          <a:ext cx="11155680" cy="3764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4008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418AE-366A-80E4-36CA-AB00B3C0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/>
              <a:t>Details (conti.)</a:t>
            </a:r>
            <a:endParaRPr lang="en-US" dirty="0"/>
          </a:p>
        </p:txBody>
      </p:sp>
      <p:pic>
        <p:nvPicPr>
          <p:cNvPr id="7" name="Graphic 6" descr="Podium">
            <a:extLst>
              <a:ext uri="{FF2B5EF4-FFF2-40B4-BE49-F238E27FC236}">
                <a16:creationId xmlns:a16="http://schemas.microsoft.com/office/drawing/2014/main" id="{F7B14DAD-43E7-8241-257D-F8FA8B888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947138"/>
            <a:ext cx="4959823" cy="4959823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74335AD-DCCA-8F6D-C59C-DA91F7063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r>
              <a:rPr lang="en-US" b="1"/>
              <a:t>3. Model Evaluation &amp; Metrics</a:t>
            </a:r>
          </a:p>
          <a:p>
            <a:r>
              <a:rPr lang="en-US" b="1"/>
              <a:t>Champion Model:</a:t>
            </a:r>
            <a:r>
              <a:rPr lang="en-US"/>
              <a:t> </a:t>
            </a:r>
            <a:r>
              <a:rPr lang="en-US" err="1"/>
              <a:t>XGBoost</a:t>
            </a:r>
            <a:r>
              <a:rPr lang="en-US"/>
              <a:t> was selected as the superior model because of its ability to handle imbalanced data and complex interactions.</a:t>
            </a:r>
          </a:p>
          <a:p>
            <a:r>
              <a:rPr lang="en-US" b="1"/>
              <a:t>Success Metric:</a:t>
            </a:r>
            <a:r>
              <a:rPr lang="en-US"/>
              <a:t> We prioritized </a:t>
            </a:r>
            <a:r>
              <a:rPr lang="en-US" b="1"/>
              <a:t>Precision</a:t>
            </a:r>
            <a:r>
              <a:rPr lang="en-US"/>
              <a:t> and </a:t>
            </a:r>
            <a:r>
              <a:rPr lang="en-US" b="1"/>
              <a:t>Recall</a:t>
            </a:r>
            <a:r>
              <a:rPr lang="en-US"/>
              <a:t> over simple Accuracy.</a:t>
            </a:r>
          </a:p>
          <a:p>
            <a:pPr lvl="1"/>
            <a:r>
              <a:rPr lang="en-US" i="1"/>
              <a:t>Precision:</a:t>
            </a:r>
            <a:r>
              <a:rPr lang="en-US"/>
              <a:t> Ensures we don't waste marketing budget on users who weren't going to churn.</a:t>
            </a:r>
          </a:p>
          <a:p>
            <a:pPr lvl="1"/>
            <a:r>
              <a:rPr lang="en-US" i="1"/>
              <a:t>Recall:</a:t>
            </a:r>
            <a:r>
              <a:rPr lang="en-US"/>
              <a:t> Ensures we catch as many "at-risk" users as possible before they leave.</a:t>
            </a:r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63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7A1DEE-D74C-B7F7-213D-C253DA437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/>
              <a:t>Ethical &amp; Practical Constraints</a:t>
            </a:r>
            <a:br>
              <a:rPr lang="en-US"/>
            </a:b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Rectangle 1">
            <a:extLst>
              <a:ext uri="{FF2B5EF4-FFF2-40B4-BE49-F238E27FC236}">
                <a16:creationId xmlns:a16="http://schemas.microsoft.com/office/drawing/2014/main" id="{7C988D13-6B8A-FDA9-A086-A1AC189C5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151164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872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C32CD27-7027-AB2B-38F1-71C08EB8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BFFAF-F8C3-A493-5A1A-EA8D029B5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536" y="978408"/>
            <a:ext cx="623620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Next Steps</a:t>
            </a:r>
          </a:p>
        </p:txBody>
      </p:sp>
      <p:pic>
        <p:nvPicPr>
          <p:cNvPr id="5" name="Picture 4" descr="White stairs with a blue arrow drawn in the middle pointing upwards">
            <a:extLst>
              <a:ext uri="{FF2B5EF4-FFF2-40B4-BE49-F238E27FC236}">
                <a16:creationId xmlns:a16="http://schemas.microsoft.com/office/drawing/2014/main" id="{AFB7A7F1-F335-7EFA-E5FF-A24024868A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19" r="22563" b="1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6DD38CD-CFFE-4ABA-3DC8-01ED90559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8F972-242C-F252-B767-0D87FECFE0F4}"/>
              </a:ext>
            </a:extLst>
          </p:cNvPr>
          <p:cNvSpPr txBox="1"/>
          <p:nvPr/>
        </p:nvSpPr>
        <p:spPr>
          <a:xfrm>
            <a:off x="5431536" y="2578608"/>
            <a:ext cx="623620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Phase 1: Pilot A/B Testing (Immediate)</a:t>
            </a:r>
            <a:endParaRPr lang="en-US" b="1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We propose a controlled experiment to validate the model's ROI.</a:t>
            </a:r>
            <a:endParaRPr lang="en-US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Segment:</a:t>
            </a:r>
            <a:r>
              <a:rPr lang="en-US" dirty="0"/>
              <a:t> Users identified by the </a:t>
            </a:r>
            <a:r>
              <a:rPr lang="en-US"/>
              <a:t>XGBoost</a:t>
            </a:r>
            <a:r>
              <a:rPr lang="en-US" dirty="0"/>
              <a:t> model with a churn probability score of </a:t>
            </a:r>
            <a:r>
              <a:rPr lang="en-US" b="1" dirty="0"/>
              <a:t>&gt;0.75</a:t>
            </a:r>
            <a:r>
              <a:rPr lang="en-US" dirty="0"/>
              <a:t>.</a:t>
            </a:r>
            <a:endParaRPr lang="en-US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Action:</a:t>
            </a:r>
            <a:r>
              <a:rPr lang="en-US" dirty="0"/>
              <a:t> Randomized 50/50 split. The test group will receive a "Value-Add" push notification (e.g., fuel price alerts or personalized traffic summaries), while the control group receives standard engagement.</a:t>
            </a:r>
            <a:endParaRPr lang="en-US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Measure the "lift" in retention over a 30-day window to calculate the financial value of the model.</a:t>
            </a:r>
            <a:endParaRPr lang="en-US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9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CABDFD-4A39-0003-FBDA-FB6A67B0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72584" cy="17830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Next Steps Phase 2: Bridging the "Signal Gap" (Data Strategy)</a:t>
            </a:r>
            <a:b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8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7258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9AF1ED-B4DF-4FC4-0966-1A758E6C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5582" y="611650"/>
            <a:ext cx="58338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 descr="White arrows painted on the asphalt">
            <a:extLst>
              <a:ext uri="{FF2B5EF4-FFF2-40B4-BE49-F238E27FC236}">
                <a16:creationId xmlns:a16="http://schemas.microsoft.com/office/drawing/2014/main" id="{2F8C3336-6CE4-B109-EB5B-1817B1E74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45" b="3350"/>
          <a:stretch>
            <a:fillRect/>
          </a:stretch>
        </p:blipFill>
        <p:spPr>
          <a:xfrm>
            <a:off x="517867" y="3717697"/>
            <a:ext cx="4672584" cy="26283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CE25962-12B2-B8E6-8316-F59E6C9A063D}"/>
              </a:ext>
            </a:extLst>
          </p:cNvPr>
          <p:cNvSpPr txBox="1"/>
          <p:nvPr/>
        </p:nvSpPr>
        <p:spPr>
          <a:xfrm>
            <a:off x="5843016" y="1033272"/>
            <a:ext cx="5833872" cy="5312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Our analysis revealed that while driving frequency is a strong predictor, there is a "signal gap" in understanding </a:t>
            </a:r>
            <a:r>
              <a:rPr lang="en-US" i="1" dirty="0"/>
              <a:t>why</a:t>
            </a:r>
            <a:r>
              <a:rPr lang="en-US" dirty="0"/>
              <a:t> users leave. We recommend integrating the following data points into Version 2.0 of the model: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App Stability Metrics:</a:t>
            </a:r>
            <a:r>
              <a:rPr lang="en-US" dirty="0"/>
              <a:t> Tracking crash rates and latency per user session.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Engagement Events:</a:t>
            </a:r>
            <a:r>
              <a:rPr lang="en-US" dirty="0"/>
              <a:t> User interaction with "Report" features (Police, Accident, Hazard).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External Factors:</a:t>
            </a:r>
            <a:r>
              <a:rPr lang="en-US" dirty="0"/>
              <a:t> Localized gas price fluctuations and competitor app release dates.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76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754302-214D-201B-6E3D-F539894E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2240280"/>
            <a:ext cx="4389120" cy="2468880"/>
          </a:xfrm>
        </p:spPr>
        <p:txBody>
          <a:bodyPr>
            <a:normAutofit/>
          </a:bodyPr>
          <a:lstStyle/>
          <a:p>
            <a:r>
              <a:rPr lang="en-US" dirty="0"/>
              <a:t>Model Improvements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A0D7BB5-2F2A-7843-E86D-003C7EF5EC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70448" y="2331720"/>
          <a:ext cx="5266944" cy="3447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130608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760</Words>
  <Application>Microsoft Macintosh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Bierstadt</vt:lpstr>
      <vt:lpstr>GestaltVTI</vt:lpstr>
      <vt:lpstr>Why Waze users churn?</vt:lpstr>
      <vt:lpstr>Overview</vt:lpstr>
      <vt:lpstr>Problem</vt:lpstr>
      <vt:lpstr>Solution</vt:lpstr>
      <vt:lpstr>Details</vt:lpstr>
      <vt:lpstr>Details (conti.)</vt:lpstr>
      <vt:lpstr>Details (conti.)</vt:lpstr>
      <vt:lpstr>Ethical &amp; Practical Constraints </vt:lpstr>
      <vt:lpstr>Next Steps</vt:lpstr>
      <vt:lpstr>Next Steps Phase 2: Bridging the "Signal Gap" (Data Strategy) </vt:lpstr>
      <vt:lpstr>Model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Shuyan Cao</dc:creator>
  <cp:lastModifiedBy>Shuyan Cao</cp:lastModifiedBy>
  <cp:revision>1</cp:revision>
  <dcterms:created xsi:type="dcterms:W3CDTF">2026-01-02T05:24:19Z</dcterms:created>
  <dcterms:modified xsi:type="dcterms:W3CDTF">2026-01-02T19:16:12Z</dcterms:modified>
</cp:coreProperties>
</file>